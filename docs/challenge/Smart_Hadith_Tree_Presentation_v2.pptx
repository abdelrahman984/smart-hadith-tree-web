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9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7" r:id="rId17"/>
    <p:sldId id="266" r:id="rId16"/>
    <p:sldId id="279" r:id="rId29"/>
    <p:sldId id="282" r:id="rId32"/>
    <p:sldId id="275" r:id="rId25"/>
    <p:sldId id="270" r:id="rId20"/>
    <p:sldId id="264" r:id="rId14"/>
    <p:sldId id="272" r:id="rId22"/>
    <p:sldId id="273" r:id="rId23"/>
    <p:sldId id="283" r:id="rId3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5" Type="http://schemas.openxmlformats.org/officeDocument/2006/relationships/slide" Target="slides/slide20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افتتاح (10 ثوانٍ): اسم المشروع والمسار 04. الرسالة: نحوّل السند إلى رسم يُفحص، ونُظهر مصدر كل معلومة وحالة دليلها.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ذكّر أن الذكاء الاصطناعي يُستدعى عند طلب المستخدم فقط، وأن الأقوال الأصلية والشجرة وفحص العلل لا تعتمد عليه.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الحل: أربع إمكانات. ابدأ بعد هذه الشريحة بالعرض الحي لا بالشرائح.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3" name="Google Shape;553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المشكلة (30 ثانية): من المستفيد؟ المعرِّف بالإسلام والباحث. حاجته: التحقق من اتصال السند وأقوال العلماء في الرواة. ثم معيار نجاح المسار 04.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554" name="Google Shape;554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البيانات: تحقق من هذه الأرقام من الحالة النهائية للبيانات قبل العرض، وحدّثها إن تغيّرت بعد دمج بيانات الرجال.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القياس: اعرض ما نُفِّذ فعلاً فقط. حدّث الجدول بنتائج جلسات اختبار المستخدمين ودقة قواعد العلل فور توفرها، وأزل كلمة «مخطَّط» عند إنجاز البند.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خطة الاستمرار: الأولويات بعد التسليم. أضف تكلفة التشغيل والاستضافة إن كانت معروفة.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الفريق: استبدل [الاسم] بأسماء الأعضاء، وعدّل أو احذف البطاقات بحسب الفريق الفعلي.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السلامة العلمية: اذكر الحدود بنفسك قبل أن تُسأل. لا فتوى ولا حكم نهائي، وامتناع عند غياب المرجع، واقتباس يُتحقق منه، وتنبيه ظاهر. هذا يقلل الاختلاق ولا يدّعي إلغاءه.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من طرف الحديث إلى حالة الدليل. الأثر يُقاس باختبار مستخدمين (مخطَّط) فلا تدّعِ نتائج قبل إجرائه.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ما يميّز الأداة: الذكاء الاصطناعي المنضبط، والقاموس، والأقوال المنسوبة مع الخلاف، وحالة الدليل.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القيمة المضافة: نكمّل الشاملة والدرر السنية ولا نستبدلهما، ونحيل إليهما للحكم المعتمد.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الختام: أضف الرابط الحي، وتأكد أن المستودع عام وقت التسليم.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شجرة الأسانيد الذكية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نرسم الإسناد ونفحصه، ونُظهر مصدر كل معلومة وحالة دليلها، ونحيل عند غياب المرجع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المسار 04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 المستخدمة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واجهة المستخدم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Next.js وReact وTypeScript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رسم الأسانيد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React Flow مع ELK للتخطيط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الخادم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‎.NET 9 بمعمارية نظيفة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قاعدة البيانات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SQL Server وEF Core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Semantic Kernel مع Gemini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الجودة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xUnit وPlaywright وفحص إتاحة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إسناد يُرسم ويُفحص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أربع إمكانات في مكان واحد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شجرة إسناد تفاعلية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رسم من الصحابي إلى المصنِّف يُبرز المدار ومواضع الانتباه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فحص العلل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قواعد المحدثين في التدليس والاختلاط والانقطاع وغيرها، وهي تنبيهات لا أحكام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أقوال الجرح والتعديل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منسوبة لأصحابها، ويُعرض الخلاف بين العلماء حين يوجد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التخريج المقارن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روايات الحديث من عدة دواوين في شجرة واحدة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12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8" name="Google Shape;55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12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والمستفيد</a:t>
            </a:r>
            <a:endParaRPr/>
          </a:p>
        </p:txBody>
      </p:sp>
      <p:sp>
        <p:nvSpPr>
          <p:cNvPr id="560" name="Google Shape;560;p12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التحقق من الإسناد مبعثر بين الكتب</a:t>
            </a:r>
            <a:endParaRPr/>
          </a:p>
        </p:txBody>
      </p:sp>
      <p:sp>
        <p:nvSpPr>
          <p:cNvPr id="561" name="Google Shape;561;p1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62" name="Google Shape;562;p12"/>
          <p:cNvSpPr txBox="1"/>
          <p:nvPr>
            <p:ph idx="2" type="body"/>
          </p:nvPr>
        </p:nvSpPr>
        <p:spPr>
          <a:xfrm>
            <a:off x="5886450" y="3604500"/>
            <a:ext cx="10953900" cy="22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25"/>
              <a:buNone/>
            </a:pPr>
            <a:r>
              <a:rPr lang="ar-SA" sz="3225">
                <a:solidFill>
                  <a:srgbClr val="F2F4FF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يحتاج المعرِّف بالإسلام والباحث أن يعرفا: هل الإسناد متصل؟ ومن رواته؟ وما قاله العلماء فيهم؟ هذه المعلومات موزعة بين دواوين الحديث وكتب التراجم والعلل، وتُقرأ نصاً دون رؤية شاملة للطرق.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63" name="Google Shape;563;p12"/>
          <p:cNvSpPr txBox="1"/>
          <p:nvPr>
            <p:ph idx="3" type="body"/>
          </p:nvPr>
        </p:nvSpPr>
        <p:spPr>
          <a:xfrm>
            <a:off x="5886450" y="7239000"/>
            <a:ext cx="1095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معيار النجاح</a:t>
            </a:r>
            <a:endParaRPr/>
          </a:p>
        </p:txBody>
      </p:sp>
      <p:sp>
        <p:nvSpPr>
          <p:cNvPr id="564" name="Google Shape;564;p12"/>
          <p:cNvSpPr txBox="1"/>
          <p:nvPr>
            <p:ph idx="4" type="body"/>
          </p:nvPr>
        </p:nvSpPr>
        <p:spPr>
          <a:xfrm>
            <a:off x="5886450" y="8001000"/>
            <a:ext cx="109539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تحقق أوضح وأسرع، ومصدر وحالة دليل ظاهران، وتمييز ما تؤيده المصادر مما يتطلب تحققاً أو إحالة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البيانات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قاعدة بيانات المشروع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الحالة الراهنة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4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31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ديوان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مجموعة سنية مسندة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4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233,224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حديث وأثر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مفهرس للبحث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4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1,078,668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رابط إسناد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شيخ ← تلميذ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4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115,735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راوٍ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مرتبط بأقوال العلماء حيث تتوفر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قاعدة بيانات المشروع (Itqan والمكتبة الشاملة)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القياس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نقيس النجاح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نُفِّذ وما هو مخطَّط، بوضوح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النتيجة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طريقة القياس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المؤشر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مخطَّط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مقارنة بمجموعة مرجعية من أحكام أئمة العلل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دقة قواعد فحص العلل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10 من 10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منفَّذ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اختبارات آلية على منطق الخلاف وحالة الدليل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عرض الخلاف وحالة الدليل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 مخالفات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منفَّذ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فحص axe-core (WCAG 2.1 AA) لأربع صفحات رئيسية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مخطَّط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اختبار مع 3 إلى 5 مستخدمين (SEQ وSUS)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سهولة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الأرقام المعروضة نتائج فعلية، وكل بند «مخطَّط» لم يُنفَّذ بعد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الأولويات بعد التسليم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التسليم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6 أكتوبر 2026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حل يعمل ورابط حي ومستودع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قياس الدقة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التسليم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مجموعة مرجعية لقواعد العلل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الاختبار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التسليم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مستخدمين وتحسينات موثقة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الإتاحة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التسليم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بديل نصي لرسم الشجرة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المراجعة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التسليم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شرعية للمصطلحات والحالات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المسار 04 · أدوات المعرفة والتحقق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[الاسم]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 وقواعد العلل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[الاسم]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الواجهات والخادم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[الاسم]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المراجعة الشرعية للمحتوى</a:t>
            </a:r>
            <a:endParaRPr/>
          </a:p>
        </p:txBody>
      </p:sp>
      <p:sp>
        <p:nvSpPr>
          <p:cNvPr id="701" name="Google Shape;701;p19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2" name="Google Shape;702;p19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[الاسم]</a:t>
            </a:r>
            <a:endParaRPr/>
          </a:p>
        </p:txBody>
      </p:sp>
      <p:sp>
        <p:nvSpPr>
          <p:cNvPr id="703" name="Google Shape;703;p19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تجربة المستخدم والاختبار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السلامة العلمية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حدود واضحة لا تتجاوزها الأداة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منسجمة مع ضوابط المرجعية العلمية للتحدي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لا فتوى ولا حكم نهائي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تُعرض الأقوال والمؤشرات، ويُحال إلى الدرر السنية وأهل الاختصاص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عند غياب المرجع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راوٍ بلا أقوال مسجلة: لا تصنيف ولا تخمين، وتظهر عبارة «لا يوجد مرجع كافٍ»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اقتباس حرفي يُتحقق منه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يُرفض أي اقتباس لا يطابق الأقوال المسجلة، وأي درجة خارج المقياس المعروف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شفافية دائمة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تنبيه ظاهر بأن الملخص مولَّد بمساعدة الذكاء الاصطناعي، مع الأقوال الأصلية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الطلب إلى حالة الدليل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أربع خطوات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المدخلات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طرف الحديث أو ألفاظه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نصي في الدواوين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المعالجة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بناء شجرة الإسناد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وفحص العلل آلياً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رسم السند والأقوال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حالة الدليل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الأثر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تحقق أوضح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نقيسه مع مستخدمين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يميّز الأداة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عناصر الحل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يجعلها موثوقة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ذكاء اصطناعي منضبط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اقتباس حرفي يُتحقق منه،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ويمتنع عند غياب المرجع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قاموس المصطلحات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تعريفات مبسطة بمقابل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إنجليزي داخل الواجهة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أقوال منسوبة وخلاف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تُعرض الأقوال بأسمائها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ويظهر الخلاف بين العلماء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حالة الدليل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مؤيَّد بنص مصدر، أو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يتطلب تحققاً، أو لا مرجع كافٍ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مقارنة مع المراجع القائمة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نكمّل المراجع ولا نستبدلها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المكتبة الشاملة والدرر السنية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 نصية وأحكام معتمدة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شجرة الأسانيد الذكية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رسم الإسناد وفحصه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الميزة: نصوص كاملة وأحكام مرجعية موثوقة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القيد: السند يُقرأ نصاً، وجمع الطرق ومقارنتها جهد يدوي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يناسب: الرجوع إلى النص والحكم المعتمد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الميزة: رسم الأسانيد عبر الدواوين وفحص العلل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القيد: لا تُصدر حكماً ولا تغني عن المصادر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يناسب: التحقق الأولي ومقارنة الطرق قبل الرجوع للحكم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شجرة الأسانيد الذكية · الرابط الحي: [الرابط]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github.com/Abdelrahman984/smart-hadith-tree-web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