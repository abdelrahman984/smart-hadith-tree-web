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Lst>
  <p:notesMasterIdLst>
    <p:notesMasterId r:id="rId17"/>
  </p:notesMasterIdLst>
  <p:sldIdLst>
    <p:sldId id="256" r:id="rId4"/>
    <p:sldId id="257" r:id="rId5"/>
    <p:sldId id="258" r:id="rId6"/>
    <p:sldId id="259" r:id="rId7"/>
    <p:sldId id="269" r:id="rId21"/>
    <p:sldId id="270" r:id="rId22"/>
    <p:sldId id="260" r:id="rId8"/>
    <p:sldId id="261" r:id="rId9"/>
    <p:sldId id="262" r:id="rId10"/>
    <p:sldId id="263" r:id="rId11"/>
    <p:sldId id="264" r:id="rId12"/>
    <p:sldId id="265" r:id="rId13"/>
    <p:sldId id="266" r:id="rId14"/>
    <p:sldId id="267" r:id="rId15"/>
    <p:sldId id="268" r:id="rId16"/>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B8ED9858-D163-4338-9E88-1F424354888F}">
  <a:tblStyle styleId="{B8ED9858-D163-4338-9E88-1F424354888F}" styleName="Table_0">
    <a:wholeTbl>
      <a:tcTxStyle>
        <a:srgbClr val="000000"/>
      </a:tcTxStyle>
      <a:tcStyle>
        <a:tcBdr>
          <a:left>
            <a:ln>
              <a:noFill/>
            </a:ln>
          </a:left>
          <a:right>
            <a:ln>
              <a:noFill/>
            </a:ln>
          </a:right>
          <a:top>
            <a:ln>
              <a:noFill/>
            </a:ln>
          </a:top>
          <a:bottom>
            <a:ln>
              <a:noFill/>
            </a:ln>
          </a:bottom>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32766" d="530282864"/>
          <a:sy n="32766" d="3"/>
        </p:scale>
        <p:origin x="-649587408" y="496"/>
      </p:cViewPr>
      <p:guideLst>
        <p:guide pos="5760"/>
        <p:guide pos="324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tableStyles" Target="tableStyles.xml"/><Relationship Id="rId20" Type="http://schemas.openxmlformats.org/officeDocument/2006/relationships/viewProps" Target="viewProps.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Pr shadeToTitle="0">
        <a:solidFill>
          <a:schemeClr val="lt1"/>
        </a:solidFill>
      </p:bgPr>
    </p:bg>
    <p:spTree>
      <p:nvGrpSpPr>
        <p:cNvPr id="1" name=""/>
        <p:cNvGrpSpPr/>
        <p:nvPr/>
      </p:nvGrpSpPr>
      <p:grpSpPr bwMode="auto">
        <a:xfrm>
          <a:off x="0" y="0"/>
          <a:ext cx="0" cy="0"/>
          <a:chOff x="0" y="0"/>
          <a:chExt cx="0" cy="0"/>
        </a:xfrm>
      </p:grpSpPr>
      <p:sp>
        <p:nvSpPr>
          <p:cNvPr id="1016821308" name="Google Shape;3;n"/>
          <p:cNvSpPr txBox="1"/>
          <p:nvPr>
            <p:ph type="hdr" idx="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pPr>
              <a:defRPr/>
            </a:pPr>
            <a:endParaRPr/>
          </a:p>
        </p:txBody>
      </p:sp>
      <p:sp>
        <p:nvSpPr>
          <p:cNvPr id="640498849" name="Google Shape;4;n"/>
          <p:cNvSpPr txBox="1"/>
          <p:nvPr>
            <p:ph type="dt" idx="10"/>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pPr>
              <a:defRPr/>
            </a:pPr>
            <a:endParaRPr/>
          </a:p>
        </p:txBody>
      </p:sp>
      <p:sp>
        <p:nvSpPr>
          <p:cNvPr id="2040975614" name="Google Shape;5;n"/>
          <p:cNvSpPr/>
          <p:nvPr>
            <p:ph type="sldImg" idx="3"/>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490635332" name="Google Shape;6;n"/>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pPr>
              <a:defRPr/>
            </a:pPr>
            <a:endParaRPr/>
          </a:p>
        </p:txBody>
      </p:sp>
      <p:sp>
        <p:nvSpPr>
          <p:cNvPr id="519997509" name="Google Shape;7;n"/>
          <p:cNvSpPr txBox="1"/>
          <p:nvPr>
            <p:ph type="ftr" idx="1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pPr>
              <a:defRPr/>
            </a:pPr>
            <a:endParaRPr/>
          </a:p>
        </p:txBody>
      </p:sp>
      <p:sp>
        <p:nvSpPr>
          <p:cNvPr id="431748114" name="Google Shape;8;n"/>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19388441" name="Google Shape;480;p8:notes"/>
          <p:cNvSpPr/>
          <p:nvPr>
            <p:ph type="sldImg" idx="2"/>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981871322" name="Google Shape;481;p8:notes"/>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r>
              <a:rPr lang="ar-SA" sz="1200"/>
              <a:t>افتتاح (10 ثوانٍ): اسم المشروع والمسار 04. الرسالة: نحوّل السند إلى رسم يُفحص، ونُظهر مصدر كل معلومة وحالة دليلها.</a:t>
            </a:r>
            <a:endParaRPr/>
          </a:p>
          <a:p>
            <a:pPr marL="0" lvl="0" indent="0" algn="l" rtl="0">
              <a:spcBef>
                <a:spcPts val="0"/>
              </a:spcBef>
              <a:spcAft>
                <a:spcPts val="0"/>
              </a:spcAft>
              <a:buNone/>
              <a:defRPr/>
            </a:pPr>
            <a:endParaRPr sz="1200"/>
          </a:p>
        </p:txBody>
      </p:sp>
      <p:sp>
        <p:nvSpPr>
          <p:cNvPr id="1481759727" name="Google Shape;482;p8:notes"/>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55872702" name="Google Shape;552;p12:notes"/>
          <p:cNvSpPr/>
          <p:nvPr>
            <p:ph type="sldImg" idx="2"/>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732893087" name="Google Shape;553;p12:notes"/>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r>
              <a:rPr lang="ar-SA" sz="1200"/>
              <a:t>المشكلة (30 ثانية): من المستفيد؟ المعرِّف بالإسلام والباحث. حاجته: التحقق من اتصال السند وأقوال العلماء في الرواة. ثم معيار نجاح المسار 04.</a:t>
            </a:r>
            <a:endParaRPr/>
          </a:p>
          <a:p>
            <a:pPr marL="0" lvl="0" indent="0" algn="l" rtl="0">
              <a:spcBef>
                <a:spcPts val="0"/>
              </a:spcBef>
              <a:spcAft>
                <a:spcPts val="0"/>
              </a:spcAft>
              <a:buNone/>
              <a:defRPr/>
            </a:pPr>
            <a:endParaRPr sz="1200"/>
          </a:p>
        </p:txBody>
      </p:sp>
      <p:sp>
        <p:nvSpPr>
          <p:cNvPr id="1301110757" name="Google Shape;554;p12:notes"/>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87402498" name="Google Shape;532;p11:notes"/>
          <p:cNvSpPr/>
          <p:nvPr>
            <p:ph type="sldImg" idx="2"/>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642591098" name="Google Shape;533;p11:notes"/>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r>
              <a:rPr lang="ar-SA" sz="1200"/>
              <a:t>الحل: أربع إمكانات. ابدأ بعد هذه الشريحة بالعرض الحي لا بالشرائح.</a:t>
            </a:r>
            <a:endParaRPr/>
          </a:p>
          <a:p>
            <a:pPr marL="0" lvl="0" indent="0" algn="l" rtl="0">
              <a:spcBef>
                <a:spcPts val="0"/>
              </a:spcBef>
              <a:spcAft>
                <a:spcPts val="0"/>
              </a:spcAft>
              <a:buNone/>
              <a:defRPr/>
            </a:pPr>
            <a:endParaRPr sz="1200"/>
          </a:p>
        </p:txBody>
      </p:sp>
      <p:sp>
        <p:nvSpPr>
          <p:cNvPr id="704818828" name="Google Shape;534;p11:notes"/>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50256555" name="Google Shape;813;p24:notes"/>
          <p:cNvSpPr/>
          <p:nvPr>
            <p:ph type="sldImg" idx="2"/>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506609487" name="Google Shape;814;p24:notes"/>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r>
              <a:rPr lang="ar-SA" sz="1200"/>
              <a:t>آلية العمل: من طرف الحديث إلى حالة الدليل. الأثر يُقاس باختبار مستخدمين (مخطَّط) فلا تدّعِ نتائج قبل إجرائه.</a:t>
            </a:r>
            <a:endParaRPr/>
          </a:p>
          <a:p>
            <a:pPr marL="0" lvl="0" indent="0" algn="l" rtl="0">
              <a:spcBef>
                <a:spcPts val="0"/>
              </a:spcBef>
              <a:spcAft>
                <a:spcPts val="0"/>
              </a:spcAft>
              <a:buNone/>
              <a:defRPr/>
            </a:pPr>
            <a:endParaRPr sz="1200"/>
          </a:p>
        </p:txBody>
      </p:sp>
      <p:sp>
        <p:nvSpPr>
          <p:cNvPr id="824757260" name="Google Shape;815;p24:notes"/>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39236712" name="Google Shape;854;p27:notes"/>
          <p:cNvSpPr/>
          <p:nvPr>
            <p:ph type="sldImg" idx="2"/>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384065987" name="Google Shape;855;p27:notes"/>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a:defRPr/>
            </a:pPr>
            <a:r>
              <a:rPr/>
              <a:t>ما يميّز الأداة: الذكاء الاصطناعي المنضبط، والقاموس، والأقوال المنسوبة بنصها ومصدرها، وحالة الدليل. عرض الخلاف بين العلماء مبني في الواجهة لكن تصنيف الأقوال (تعديل/جرح) في البيانات لم يُملأ بعد، فلا نعرضه كميزة تعمل اليوم.</a:t>
            </a:r>
            <a:endParaRPr/>
          </a:p>
        </p:txBody>
      </p:sp>
      <p:sp>
        <p:nvSpPr>
          <p:cNvPr id="545653389" name="Google Shape;856;p27:notes"/>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80844292" name="Google Shape;705;p20:notes"/>
          <p:cNvSpPr/>
          <p:nvPr>
            <p:ph type="sldImg" idx="2"/>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025657458" name="Google Shape;706;p20:notes"/>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r>
              <a:rPr lang="ar-SA" sz="1200"/>
              <a:t>السلامة العلمية: اذكر الحدود بنفسك قبل أن تُسأل. لا فتوى ولا حكم نهائي، وامتناع عند غياب المرجع، واقتباس يُتحقق منه، وتنبيه ظاهر. هذا يقلل الاختلاق ولا يدّعي إلغاءه.</a:t>
            </a:r>
            <a:endParaRPr/>
          </a:p>
          <a:p>
            <a:pPr marL="0" lvl="0" indent="0" algn="l" rtl="0">
              <a:spcBef>
                <a:spcPts val="0"/>
              </a:spcBef>
              <a:spcAft>
                <a:spcPts val="0"/>
              </a:spcAft>
              <a:buNone/>
              <a:defRPr/>
            </a:pPr>
            <a:endParaRPr sz="1200"/>
          </a:p>
        </p:txBody>
      </p:sp>
      <p:sp>
        <p:nvSpPr>
          <p:cNvPr id="1225699069" name="Google Shape;707;p20:notes"/>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23109797" name="Google Shape;597;p15:notes"/>
          <p:cNvSpPr/>
          <p:nvPr>
            <p:ph type="sldImg" idx="2"/>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529625063" name="Google Shape;598;p15:notes"/>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r>
              <a:rPr lang="ar-SA" sz="1200"/>
              <a:t>البيانات: تحقق من هذه الأرقام من الحالة النهائية للبيانات قبل العرض، وحدّثها إن تغيّرت بعد دمج بيانات الرجال.</a:t>
            </a:r>
            <a:endParaRPr/>
          </a:p>
          <a:p>
            <a:pPr marL="0" lvl="0" indent="0" algn="l" rtl="0">
              <a:spcBef>
                <a:spcPts val="0"/>
              </a:spcBef>
              <a:spcAft>
                <a:spcPts val="0"/>
              </a:spcAft>
              <a:buNone/>
              <a:defRPr/>
            </a:pPr>
            <a:endParaRPr sz="1200"/>
          </a:p>
        </p:txBody>
      </p:sp>
      <p:sp>
        <p:nvSpPr>
          <p:cNvPr id="1575138484" name="Google Shape;599;p15:notes"/>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97808076" name="Google Shape;494;p9:notes"/>
          <p:cNvSpPr/>
          <p:nvPr>
            <p:ph type="sldImg" idx="2"/>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314763265" name="Google Shape;495;p9:notes"/>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r>
              <a:rPr lang="ar-SA" sz="1200"/>
              <a:t>التقنيات: ذكّر أن الذكاء الاصطناعي يُستدعى عند طلب المستخدم فقط، وأن الأقوال الأصلية والشجرة وفحص العلل لا تعتمد عليه.</a:t>
            </a:r>
            <a:endParaRPr/>
          </a:p>
          <a:p>
            <a:pPr marL="0" lvl="0" indent="0" algn="l" rtl="0">
              <a:spcBef>
                <a:spcPts val="0"/>
              </a:spcBef>
              <a:spcAft>
                <a:spcPts val="0"/>
              </a:spcAft>
              <a:buNone/>
              <a:defRPr/>
            </a:pPr>
            <a:endParaRPr sz="1200"/>
          </a:p>
        </p:txBody>
      </p:sp>
      <p:sp>
        <p:nvSpPr>
          <p:cNvPr id="1965344755" name="Google Shape;496;p9:notes"/>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00419092" name="Google Shape;633;p17:notes"/>
          <p:cNvSpPr/>
          <p:nvPr>
            <p:ph type="sldImg" idx="2"/>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455999111" name="Google Shape;634;p17:notes"/>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a:defRPr/>
            </a:pPr>
            <a:r>
              <a:rPr/>
              <a:t>القياس: اعرض ما نُفِّذ فعلاً فقط. حدّث الجدول بنتائج جلسات اختبار المستخدمين ودقة قواعد العلل فور توفرها، وأزل كلمة «مخطَّط» عند إنجاز البند.</a:t>
            </a:r>
            <a:endParaRPr/>
          </a:p>
          <a:p>
            <a:pPr>
              <a:defRPr/>
            </a:pPr>
            <a:endParaRPr/>
          </a:p>
          <a:p>
            <a:pPr>
              <a:defRPr/>
            </a:pPr>
            <a:endParaRPr/>
          </a:p>
          <a:p>
            <a:pPr>
              <a:defRPr/>
            </a:pPr>
            <a:r>
              <a:rPr/>
              <a:t>تنبيه: «10 من 10» اختبارات على منطق الكود. حقل تصنيف الأقوال (VerdictRating) فارغ في البيانات الحالية، فلافتة «اختلف العلماء» لا تظهر على الرابط الحي بعد؛ قل ذلك صراحة إن سُئلت.</a:t>
            </a:r>
            <a:endParaRPr/>
          </a:p>
        </p:txBody>
      </p:sp>
      <p:sp>
        <p:nvSpPr>
          <p:cNvPr id="4880420" name="Google Shape;635;p17:notes"/>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40974666" name="Google Shape;646;p18:notes"/>
          <p:cNvSpPr/>
          <p:nvPr>
            <p:ph type="sldImg" idx="2"/>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782173579" name="Google Shape;647;p18:notes"/>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a:defRPr/>
            </a:pPr>
            <a:r>
              <a:rPr/>
              <a:t>خطة الاستمرار: الأولويات بعد التسليم. أضف تكلفة التشغيل والاستضافة إن كانت معروفة.</a:t>
            </a:r>
            <a:endParaRPr/>
          </a:p>
          <a:p>
            <a:pPr>
              <a:defRPr/>
            </a:pPr>
            <a:endParaRPr/>
          </a:p>
          <a:p>
            <a:pPr>
              <a:defRPr/>
            </a:pPr>
            <a:endParaRPr/>
          </a:p>
          <a:p>
            <a:pPr>
              <a:defRPr/>
            </a:pPr>
            <a:r>
              <a:rPr/>
              <a:t>يُضاف إلى الأولويات: تصنيف أقوال العلماء (تعديل/جرح) في البيانات بمراجعة شرعية ليظهر الخلاف بينهم.</a:t>
            </a:r>
            <a:endParaRPr/>
          </a:p>
        </p:txBody>
      </p:sp>
      <p:sp>
        <p:nvSpPr>
          <p:cNvPr id="284525249" name="Google Shape;648;p18:notes"/>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29254871" name="Google Shape;877;p28:notes"/>
          <p:cNvSpPr/>
          <p:nvPr>
            <p:ph type="sldImg" idx="2"/>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600729357" name="Google Shape;878;p28:notes"/>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r>
              <a:rPr lang="ar-SA" sz="1200"/>
              <a:t>القيمة المضافة: نكمّل الشاملة والدرر السنية ولا نستبدلهما، ونحيل إليهما للحكم المعتمد.</a:t>
            </a:r>
            <a:endParaRPr/>
          </a:p>
          <a:p>
            <a:pPr marL="0" lvl="0" indent="0" algn="l" rtl="0">
              <a:spcBef>
                <a:spcPts val="0"/>
              </a:spcBef>
              <a:spcAft>
                <a:spcPts val="0"/>
              </a:spcAft>
              <a:buNone/>
              <a:defRPr/>
            </a:pPr>
            <a:endParaRPr sz="1200"/>
          </a:p>
        </p:txBody>
      </p:sp>
      <p:sp>
        <p:nvSpPr>
          <p:cNvPr id="2011384972" name="Google Shape;879;p28:notes"/>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75130853" name="Google Shape;682;p19:notes"/>
          <p:cNvSpPr/>
          <p:nvPr>
            <p:ph type="sldImg" idx="2"/>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653927890" name="Google Shape;683;p19:notes"/>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a:defRPr/>
            </a:pPr>
            <a:r>
              <a:rPr/>
              <a:t>الفريق: فريق فردي (رقم الفريق 774)، وأنا أغطي الذكاء الاصطناعي والواجهات والخادم والبيانات والاختبار. المراجعة الشرعية للمصطلحات والحالات غير منجزة بعد، وهي مخطَّطة بعد التسليم (الشريحة 10). لا تدّعِ وجود متخصص شرعي في الفريق.</a:t>
            </a:r>
            <a:endParaRPr/>
          </a:p>
        </p:txBody>
      </p:sp>
      <p:sp>
        <p:nvSpPr>
          <p:cNvPr id="2106327383" name="Google Shape;684;p19:notes"/>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98675226" name="Google Shape;910;p31:notes"/>
          <p:cNvSpPr/>
          <p:nvPr>
            <p:ph type="sldImg" idx="2"/>
          </p:nvPr>
        </p:nvSpPr>
        <p:spPr bwMode="auto">
          <a:xfrm>
            <a:off x="0" y="0"/>
            <a:ext cx="3000000" cy="30000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839029987" name="Google Shape;911;p31:notes"/>
          <p:cNvSpPr txBox="1"/>
          <p:nvPr>
            <p:ph type="body" idx="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a:defRPr/>
            </a:pPr>
            <a:r>
              <a:rPr/>
              <a:t>الختام: الرابط الحي والمستودع العام. تأكد قبل العرض أن الرابط الحي يفتح وأن المستودع عام.</a:t>
            </a:r>
            <a:endParaRPr/>
          </a:p>
        </p:txBody>
      </p:sp>
      <p:sp>
        <p:nvSpPr>
          <p:cNvPr id="1161316774" name="Google Shape;912;p31:notes"/>
          <p:cNvSpPr txBox="1"/>
          <p:nvPr>
            <p:ph type="sldNum" idx="12"/>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لقطات حقيقية من الرابط الحي. الحالة: «اتق الله حيثما كنت». البحث يرجع 12 رواية من عدة كتب، وشجرة السند تعرض الرواة بشارات التدليس.</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لقطات حقيقية من الرابط الحي. فحص العلل يرصد عنعنة حبيب بن أبي ثابت (مدلس المرتبة 3) عن ميمون بن أبي شبيب. درج الراوي يعرض حالة الدليل «يتطلب تحققاً» ولا يصدر حكماً. لا تضغط «اشرح العلل بالذكاء الاصطناعي» أثناء العرض إلا بعد تجربته.</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DEFAULT" preserve="0" showMasterPhAnim="0" showMasterSp="1" userDrawn="1">
  <p:cSld name="DEFAULT">
    <p:bg>
      <p:bgPr shadeToTitle="0">
        <a:solidFill>
          <a:schemeClr val="lt1"/>
        </a:solidFill>
      </p:bgPr>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غلاف المشروع" preserve="0" showMasterPhAnim="0" showMasterSp="1" userDrawn="1">
  <p:cSld name="غلاف المشروع">
    <p:bg>
      <p:bgPr shadeToTitle="0">
        <a:solidFill>
          <a:srgbClr val="12183F"/>
        </a:solidFill>
      </p:bgPr>
    </p:bg>
    <p:spTree>
      <p:nvGrpSpPr>
        <p:cNvPr id="1" name=""/>
        <p:cNvGrpSpPr/>
        <p:nvPr/>
      </p:nvGrpSpPr>
      <p:grpSpPr bwMode="auto">
        <a:xfrm>
          <a:off x="0" y="0"/>
          <a:ext cx="0" cy="0"/>
          <a:chOff x="0" y="0"/>
          <a:chExt cx="0" cy="0"/>
        </a:xfrm>
      </p:grpSpPr>
      <p:pic>
        <p:nvPicPr>
          <p:cNvPr id="1029905017" name="Google Shape;12;p34"/>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669266357" name="Google Shape;13;p34"/>
          <p:cNvPicPr/>
          <p:nvPr/>
        </p:nvPicPr>
        <p:blipFill rotWithShape="1">
          <a:blip r:embed="rId3">
            <a:alphaModFix/>
          </a:blip>
          <a:srcRect l="0" t="0" r="0" b="0"/>
          <a:stretch/>
        </p:blipFill>
        <p:spPr bwMode="auto">
          <a:xfrm>
            <a:off x="1066800" y="876872"/>
            <a:ext cx="6572250" cy="1684781"/>
          </a:xfrm>
          <a:prstGeom prst="rect">
            <a:avLst/>
          </a:prstGeom>
          <a:noFill/>
          <a:ln>
            <a:noFill/>
          </a:ln>
        </p:spPr>
      </p:pic>
      <p:pic>
        <p:nvPicPr>
          <p:cNvPr id="1695804780" name="Google Shape;14;p34"/>
          <p:cNvPicPr/>
          <p:nvPr/>
        </p:nvPicPr>
        <p:blipFill rotWithShape="1">
          <a:blip r:embed="rId4">
            <a:alphaModFix/>
          </a:blip>
          <a:srcRect l="0" t="0" r="0" b="0"/>
          <a:stretch/>
        </p:blipFill>
        <p:spPr bwMode="auto">
          <a:xfrm>
            <a:off x="14954250" y="840995"/>
            <a:ext cx="2190750" cy="1385061"/>
          </a:xfrm>
          <a:prstGeom prst="rect">
            <a:avLst/>
          </a:prstGeom>
          <a:noFill/>
          <a:ln>
            <a:noFill/>
          </a:ln>
        </p:spPr>
      </p:pic>
      <p:pic>
        <p:nvPicPr>
          <p:cNvPr id="1225448335" name="Google Shape;15;p34"/>
          <p:cNvPicPr/>
          <p:nvPr/>
        </p:nvPicPr>
        <p:blipFill rotWithShape="1">
          <a:blip r:embed="rId5">
            <a:alphaModFix/>
          </a:blip>
          <a:srcRect l="0" t="0" r="0" b="0"/>
          <a:stretch/>
        </p:blipFill>
        <p:spPr bwMode="auto">
          <a:xfrm>
            <a:off x="1078258" y="3190875"/>
            <a:ext cx="6701734" cy="6191250"/>
          </a:xfrm>
          <a:prstGeom prst="rect">
            <a:avLst/>
          </a:prstGeom>
          <a:noFill/>
          <a:ln>
            <a:noFill/>
          </a:ln>
        </p:spPr>
      </p:pic>
      <p:sp>
        <p:nvSpPr>
          <p:cNvPr id="1803014721" name="Google Shape;16;p34"/>
          <p:cNvSpPr txBox="1"/>
          <p:nvPr>
            <p:ph type="title"/>
          </p:nvPr>
        </p:nvSpPr>
        <p:spPr bwMode="auto">
          <a:xfrm>
            <a:off x="8096250" y="3524250"/>
            <a:ext cx="9048750" cy="1333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65597879" name="Google Shape;17;p34"/>
          <p:cNvSpPr txBox="1"/>
          <p:nvPr>
            <p:ph type="body" idx="1"/>
          </p:nvPr>
        </p:nvSpPr>
        <p:spPr bwMode="auto">
          <a:xfrm>
            <a:off x="8096250" y="5334000"/>
            <a:ext cx="9048750" cy="1619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12017679" name="Google Shape;18;p34"/>
          <p:cNvSpPr txBox="1"/>
          <p:nvPr>
            <p:ph type="body" idx="2"/>
          </p:nvPr>
        </p:nvSpPr>
        <p:spPr bwMode="auto">
          <a:xfrm>
            <a:off x="8953500" y="7762875"/>
            <a:ext cx="81915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911427366" name="Google Shape;19;p34"/>
          <p:cNvSpPr txBox="1"/>
          <p:nvPr>
            <p:ph type="body" idx="3"/>
          </p:nvPr>
        </p:nvSpPr>
        <p:spPr bwMode="auto">
          <a:xfrm>
            <a:off x="1066800" y="9391650"/>
            <a:ext cx="5429250" cy="4953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محتويات العرض" preserve="0" showMasterPhAnim="0" showMasterSp="1" userDrawn="1">
  <p:cSld name="محتويات العرض">
    <p:bg>
      <p:bgPr shadeToTitle="0">
        <a:solidFill>
          <a:srgbClr val="12183F"/>
        </a:solidFill>
      </p:bgPr>
    </p:bg>
    <p:spTree>
      <p:nvGrpSpPr>
        <p:cNvPr id="1" name=""/>
        <p:cNvGrpSpPr/>
        <p:nvPr/>
      </p:nvGrpSpPr>
      <p:grpSpPr bwMode="auto">
        <a:xfrm>
          <a:off x="0" y="0"/>
          <a:ext cx="0" cy="0"/>
          <a:chOff x="0" y="0"/>
          <a:chExt cx="0" cy="0"/>
        </a:xfrm>
      </p:grpSpPr>
      <p:pic>
        <p:nvPicPr>
          <p:cNvPr id="1226907740" name="Google Shape;21;p35"/>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155763720" name="Google Shape;22;p35"/>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1854394803" name="Google Shape;23;p35"/>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099585106" name="Google Shape;24;p35"/>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433191295" name="Google Shape;25;p35"/>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1616371325" name="Google Shape;26;p35"/>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2052872936" name="Google Shape;27;p35"/>
          <p:cNvSpPr txBox="1"/>
          <p:nvPr>
            <p:ph type="body" idx="2"/>
          </p:nvPr>
        </p:nvSpPr>
        <p:spPr bwMode="auto">
          <a:xfrm>
            <a:off x="12382500" y="3857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456417393" name="Google Shape;28;p35"/>
          <p:cNvSpPr txBox="1"/>
          <p:nvPr>
            <p:ph type="body" idx="3"/>
          </p:nvPr>
        </p:nvSpPr>
        <p:spPr bwMode="auto">
          <a:xfrm>
            <a:off x="12382500" y="4724399"/>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530824938" name="Google Shape;29;p35"/>
          <p:cNvSpPr txBox="1"/>
          <p:nvPr>
            <p:ph type="body" idx="4"/>
          </p:nvPr>
        </p:nvSpPr>
        <p:spPr bwMode="auto">
          <a:xfrm>
            <a:off x="12382500" y="5419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94479602" name="Google Shape;30;p35"/>
          <p:cNvSpPr txBox="1"/>
          <p:nvPr>
            <p:ph type="body" idx="5"/>
          </p:nvPr>
        </p:nvSpPr>
        <p:spPr bwMode="auto">
          <a:xfrm>
            <a:off x="7048500" y="3857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840843571" name="Google Shape;31;p35"/>
          <p:cNvSpPr txBox="1"/>
          <p:nvPr>
            <p:ph type="body" idx="6"/>
          </p:nvPr>
        </p:nvSpPr>
        <p:spPr bwMode="auto">
          <a:xfrm>
            <a:off x="7048500" y="4724399"/>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104275713" name="Google Shape;32;p35"/>
          <p:cNvSpPr txBox="1"/>
          <p:nvPr>
            <p:ph type="body" idx="7"/>
          </p:nvPr>
        </p:nvSpPr>
        <p:spPr bwMode="auto">
          <a:xfrm>
            <a:off x="7048500" y="5419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807424945" name="Google Shape;33;p35"/>
          <p:cNvSpPr txBox="1"/>
          <p:nvPr>
            <p:ph type="body" idx="8"/>
          </p:nvPr>
        </p:nvSpPr>
        <p:spPr bwMode="auto">
          <a:xfrm>
            <a:off x="1714500" y="3857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843345809" name="Google Shape;34;p35"/>
          <p:cNvSpPr txBox="1"/>
          <p:nvPr>
            <p:ph type="body" idx="9"/>
          </p:nvPr>
        </p:nvSpPr>
        <p:spPr bwMode="auto">
          <a:xfrm>
            <a:off x="1714500" y="4724399"/>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485725158" name="Google Shape;35;p35"/>
          <p:cNvSpPr txBox="1"/>
          <p:nvPr>
            <p:ph type="body" idx="13"/>
          </p:nvPr>
        </p:nvSpPr>
        <p:spPr bwMode="auto">
          <a:xfrm>
            <a:off x="1714500" y="5419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074014279" name="Google Shape;36;p35"/>
          <p:cNvSpPr txBox="1"/>
          <p:nvPr>
            <p:ph type="body" idx="14"/>
          </p:nvPr>
        </p:nvSpPr>
        <p:spPr bwMode="auto">
          <a:xfrm>
            <a:off x="12382500" y="6524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030621328" name="Google Shape;37;p35"/>
          <p:cNvSpPr txBox="1"/>
          <p:nvPr>
            <p:ph type="body" idx="15"/>
          </p:nvPr>
        </p:nvSpPr>
        <p:spPr bwMode="auto">
          <a:xfrm>
            <a:off x="12382500" y="7391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12633078" name="Google Shape;38;p35"/>
          <p:cNvSpPr txBox="1"/>
          <p:nvPr>
            <p:ph type="body" idx="16"/>
          </p:nvPr>
        </p:nvSpPr>
        <p:spPr bwMode="auto">
          <a:xfrm>
            <a:off x="12382500" y="8086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009495597" name="Google Shape;39;p35"/>
          <p:cNvSpPr txBox="1"/>
          <p:nvPr>
            <p:ph type="body" idx="17"/>
          </p:nvPr>
        </p:nvSpPr>
        <p:spPr bwMode="auto">
          <a:xfrm>
            <a:off x="7048500" y="6524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121118854" name="Google Shape;40;p35"/>
          <p:cNvSpPr txBox="1"/>
          <p:nvPr>
            <p:ph type="body" idx="18"/>
          </p:nvPr>
        </p:nvSpPr>
        <p:spPr bwMode="auto">
          <a:xfrm>
            <a:off x="7048500" y="7391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721086549" name="Google Shape;41;p35"/>
          <p:cNvSpPr txBox="1"/>
          <p:nvPr>
            <p:ph type="body" idx="19"/>
          </p:nvPr>
        </p:nvSpPr>
        <p:spPr bwMode="auto">
          <a:xfrm>
            <a:off x="7048500" y="8086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03940092" name="Google Shape;42;p35"/>
          <p:cNvSpPr txBox="1"/>
          <p:nvPr>
            <p:ph type="body" idx="20"/>
          </p:nvPr>
        </p:nvSpPr>
        <p:spPr bwMode="auto">
          <a:xfrm>
            <a:off x="1714500" y="6524625"/>
            <a:ext cx="4476750" cy="7239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066707621" name="Google Shape;43;p35"/>
          <p:cNvSpPr txBox="1"/>
          <p:nvPr>
            <p:ph type="body" idx="21"/>
          </p:nvPr>
        </p:nvSpPr>
        <p:spPr bwMode="auto">
          <a:xfrm>
            <a:off x="1714500" y="7391400"/>
            <a:ext cx="44767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27865893" name="Google Shape;44;p35"/>
          <p:cNvSpPr txBox="1"/>
          <p:nvPr>
            <p:ph type="body" idx="22"/>
          </p:nvPr>
        </p:nvSpPr>
        <p:spPr bwMode="auto">
          <a:xfrm>
            <a:off x="1714500" y="8086725"/>
            <a:ext cx="4476750" cy="7810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فاصل قسم" preserve="0" showMasterPhAnim="0" showMasterSp="1" userDrawn="1">
  <p:cSld name="فاصل قسم">
    <p:bg>
      <p:bgPr shadeToTitle="0">
        <a:solidFill>
          <a:srgbClr val="12183F"/>
        </a:solidFill>
      </p:bgPr>
    </p:bg>
    <p:spTree>
      <p:nvGrpSpPr>
        <p:cNvPr id="1" name=""/>
        <p:cNvGrpSpPr/>
        <p:nvPr/>
      </p:nvGrpSpPr>
      <p:grpSpPr bwMode="auto">
        <a:xfrm>
          <a:off x="0" y="0"/>
          <a:ext cx="0" cy="0"/>
          <a:chOff x="0" y="0"/>
          <a:chExt cx="0" cy="0"/>
        </a:xfrm>
      </p:grpSpPr>
      <p:pic>
        <p:nvPicPr>
          <p:cNvPr id="2018312239" name="Google Shape;46;p36"/>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759865920" name="Google Shape;47;p36"/>
          <p:cNvPicPr/>
          <p:nvPr/>
        </p:nvPicPr>
        <p:blipFill rotWithShape="1">
          <a:blip r:embed="rId3">
            <a:alphaModFix/>
          </a:blip>
          <a:srcRect l="0" t="0" r="0" b="0"/>
          <a:stretch/>
        </p:blipFill>
        <p:spPr bwMode="auto">
          <a:xfrm>
            <a:off x="1066800" y="687391"/>
            <a:ext cx="4000500" cy="1025519"/>
          </a:xfrm>
          <a:prstGeom prst="rect">
            <a:avLst/>
          </a:prstGeom>
          <a:noFill/>
          <a:ln>
            <a:noFill/>
          </a:ln>
        </p:spPr>
      </p:pic>
      <p:sp>
        <p:nvSpPr>
          <p:cNvPr id="557704193" name="Google Shape;48;p36"/>
          <p:cNvSpPr txBox="1"/>
          <p:nvPr>
            <p:ph type="body" idx="1"/>
          </p:nvPr>
        </p:nvSpPr>
        <p:spPr bwMode="auto">
          <a:xfrm>
            <a:off x="13430250" y="3143250"/>
            <a:ext cx="3619500" cy="1238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864812102" name="Google Shape;49;p36"/>
          <p:cNvSpPr txBox="1"/>
          <p:nvPr>
            <p:ph type="title"/>
          </p:nvPr>
        </p:nvSpPr>
        <p:spPr bwMode="auto">
          <a:xfrm>
            <a:off x="4953000" y="4810125"/>
            <a:ext cx="12096750" cy="123825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393738106" name="Google Shape;50;p36"/>
          <p:cNvSpPr txBox="1"/>
          <p:nvPr>
            <p:ph type="body" idx="2"/>
          </p:nvPr>
        </p:nvSpPr>
        <p:spPr bwMode="auto">
          <a:xfrm>
            <a:off x="6667500" y="6572250"/>
            <a:ext cx="10382250" cy="1047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أربع نقاط" preserve="0" showMasterPhAnim="0" showMasterSp="1" userDrawn="1">
  <p:cSld name="أربع نقاط">
    <p:bg>
      <p:bgPr shadeToTitle="0">
        <a:solidFill>
          <a:srgbClr val="12183F"/>
        </a:solidFill>
      </p:bgPr>
    </p:bg>
    <p:spTree>
      <p:nvGrpSpPr>
        <p:cNvPr id="1" name=""/>
        <p:cNvGrpSpPr/>
        <p:nvPr/>
      </p:nvGrpSpPr>
      <p:grpSpPr bwMode="auto">
        <a:xfrm>
          <a:off x="0" y="0"/>
          <a:ext cx="0" cy="0"/>
          <a:chOff x="0" y="0"/>
          <a:chExt cx="0" cy="0"/>
        </a:xfrm>
      </p:grpSpPr>
      <p:pic>
        <p:nvPicPr>
          <p:cNvPr id="2090438456" name="Google Shape;52;p37"/>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95119224" name="Google Shape;53;p37"/>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2038058110" name="Google Shape;54;p37"/>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446113877" name="Google Shape;55;p37"/>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140465076" name="Google Shape;56;p37"/>
          <p:cNvSpPr txBox="1"/>
          <p:nvPr>
            <p:ph type="body" idx="2"/>
          </p:nvPr>
        </p:nvSpPr>
        <p:spPr bwMode="auto">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818059171" name="Google Shape;57;p37"/>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44589485" name="Google Shape;58;p37"/>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497698257" name="Google Shape;59;p37"/>
          <p:cNvSpPr txBox="1"/>
          <p:nvPr>
            <p:ph type="body" idx="3"/>
          </p:nvPr>
        </p:nvSpPr>
        <p:spPr bwMode="auto">
          <a:xfrm>
            <a:off x="9810750" y="3952875"/>
            <a:ext cx="7334250" cy="590549"/>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013311392" name="Google Shape;60;p37"/>
          <p:cNvSpPr txBox="1"/>
          <p:nvPr>
            <p:ph type="body" idx="4"/>
          </p:nvPr>
        </p:nvSpPr>
        <p:spPr bwMode="auto">
          <a:xfrm>
            <a:off x="9810750" y="4657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843621160" name="Google Shape;61;p37"/>
          <p:cNvSpPr txBox="1"/>
          <p:nvPr>
            <p:ph type="body" idx="5"/>
          </p:nvPr>
        </p:nvSpPr>
        <p:spPr bwMode="auto">
          <a:xfrm>
            <a:off x="1714500" y="3952875"/>
            <a:ext cx="6953250" cy="590549"/>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244016255" name="Google Shape;62;p37"/>
          <p:cNvSpPr txBox="1"/>
          <p:nvPr>
            <p:ph type="body" idx="6"/>
          </p:nvPr>
        </p:nvSpPr>
        <p:spPr bwMode="auto">
          <a:xfrm>
            <a:off x="1714500" y="4657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90348133" name="Google Shape;63;p37"/>
          <p:cNvSpPr txBox="1"/>
          <p:nvPr>
            <p:ph type="body" idx="7"/>
          </p:nvPr>
        </p:nvSpPr>
        <p:spPr bwMode="auto">
          <a:xfrm>
            <a:off x="9810750" y="6619875"/>
            <a:ext cx="7334250" cy="590549"/>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267438248" name="Google Shape;64;p37"/>
          <p:cNvSpPr txBox="1"/>
          <p:nvPr>
            <p:ph type="body" idx="8"/>
          </p:nvPr>
        </p:nvSpPr>
        <p:spPr bwMode="auto">
          <a:xfrm>
            <a:off x="9810750" y="7324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700264267" name="Google Shape;65;p37"/>
          <p:cNvSpPr txBox="1"/>
          <p:nvPr>
            <p:ph type="body" idx="9"/>
          </p:nvPr>
        </p:nvSpPr>
        <p:spPr bwMode="auto">
          <a:xfrm>
            <a:off x="1714500" y="6619875"/>
            <a:ext cx="6953250" cy="590549"/>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134630460" name="Google Shape;66;p37"/>
          <p:cNvSpPr txBox="1"/>
          <p:nvPr>
            <p:ph type="body" idx="13"/>
          </p:nvPr>
        </p:nvSpPr>
        <p:spPr bwMode="auto">
          <a:xfrm>
            <a:off x="1714500" y="7324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نص رئيسي" preserve="0" showMasterPhAnim="0" showMasterSp="1" userDrawn="1">
  <p:cSld name="نص رئيسي">
    <p:bg>
      <p:bgPr shadeToTitle="0">
        <a:solidFill>
          <a:srgbClr val="12183F"/>
        </a:solidFill>
      </p:bgPr>
    </p:bg>
    <p:spTree>
      <p:nvGrpSpPr>
        <p:cNvPr id="1" name=""/>
        <p:cNvGrpSpPr/>
        <p:nvPr/>
      </p:nvGrpSpPr>
      <p:grpSpPr bwMode="auto">
        <a:xfrm>
          <a:off x="0" y="0"/>
          <a:ext cx="0" cy="0"/>
          <a:chOff x="0" y="0"/>
          <a:chExt cx="0" cy="0"/>
        </a:xfrm>
      </p:grpSpPr>
      <p:pic>
        <p:nvPicPr>
          <p:cNvPr id="1331703361" name="Google Shape;68;p38"/>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1173893655" name="Google Shape;69;p38"/>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251497493" name="Google Shape;70;p38"/>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694386864" name="Google Shape;71;p38"/>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91715541" name="Google Shape;72;p38"/>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874321738" name="Google Shape;73;p38"/>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861815944" name="Google Shape;74;p38"/>
          <p:cNvSpPr txBox="1"/>
          <p:nvPr>
            <p:ph type="body" idx="2"/>
          </p:nvPr>
        </p:nvSpPr>
        <p:spPr bwMode="auto">
          <a:xfrm>
            <a:off x="6191250" y="4000500"/>
            <a:ext cx="10953750" cy="2667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300192421" name="Google Shape;75;p38"/>
          <p:cNvSpPr txBox="1"/>
          <p:nvPr>
            <p:ph type="body" idx="3"/>
          </p:nvPr>
        </p:nvSpPr>
        <p:spPr bwMode="auto">
          <a:xfrm>
            <a:off x="6191250" y="7239000"/>
            <a:ext cx="10953750" cy="590549"/>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662592555" name="Google Shape;76;p38"/>
          <p:cNvSpPr txBox="1"/>
          <p:nvPr>
            <p:ph type="body" idx="4"/>
          </p:nvPr>
        </p:nvSpPr>
        <p:spPr bwMode="auto">
          <a:xfrm>
            <a:off x="6191250" y="8001000"/>
            <a:ext cx="10953750" cy="857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نص وصورة عريضة" preserve="0" showMasterPhAnim="0" showMasterSp="1" userDrawn="1">
  <p:cSld name="نص وصورة عريضة">
    <p:bg>
      <p:bgPr shadeToTitle="0">
        <a:solidFill>
          <a:srgbClr val="12183F"/>
        </a:solidFill>
      </p:bgPr>
    </p:bg>
    <p:spTree>
      <p:nvGrpSpPr>
        <p:cNvPr id="1" name=""/>
        <p:cNvGrpSpPr/>
        <p:nvPr/>
      </p:nvGrpSpPr>
      <p:grpSpPr bwMode="auto">
        <a:xfrm>
          <a:off x="0" y="0"/>
          <a:ext cx="0" cy="0"/>
          <a:chOff x="0" y="0"/>
          <a:chExt cx="0" cy="0"/>
        </a:xfrm>
      </p:grpSpPr>
      <p:pic>
        <p:nvPicPr>
          <p:cNvPr id="934857821" name="Google Shape;78;p39"/>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82126394" name="Google Shape;79;p39"/>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937440984" name="Google Shape;80;p39"/>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800461280" name="Google Shape;81;p39"/>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041722422" name="Google Shape;82;p39"/>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1288766254" name="Google Shape;83;p39"/>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810279893" name="Google Shape;84;p39"/>
          <p:cNvSpPr/>
          <p:nvPr>
            <p:ph type="pic" idx="2"/>
          </p:nvPr>
        </p:nvSpPr>
        <p:spPr bwMode="auto">
          <a:xfrm>
            <a:off x="1428750" y="4048125"/>
            <a:ext cx="8382000" cy="4714875"/>
          </a:xfrm>
          <a:prstGeom prst="rect">
            <a:avLst/>
          </a:prstGeom>
          <a:solidFill>
            <a:srgbClr val="161D48"/>
          </a:solidFill>
          <a:ln w="11425" cap="flat" cmpd="sng">
            <a:solidFill>
              <a:srgbClr val="4A5590"/>
            </a:solidFill>
            <a:prstDash val="solid"/>
            <a:round/>
            <a:headEnd type="none" w="sm" len="sm"/>
            <a:tailEnd type="none" w="sm" len="sm"/>
          </a:ln>
        </p:spPr>
      </p:sp>
      <p:sp>
        <p:nvSpPr>
          <p:cNvPr id="1722087875" name="Google Shape;85;p39"/>
          <p:cNvSpPr txBox="1"/>
          <p:nvPr>
            <p:ph type="body" idx="3"/>
          </p:nvPr>
        </p:nvSpPr>
        <p:spPr bwMode="auto">
          <a:xfrm>
            <a:off x="10763250" y="4095750"/>
            <a:ext cx="6381750" cy="590549"/>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751972715" name="Google Shape;86;p39"/>
          <p:cNvSpPr txBox="1"/>
          <p:nvPr>
            <p:ph type="body" idx="4"/>
          </p:nvPr>
        </p:nvSpPr>
        <p:spPr bwMode="auto">
          <a:xfrm>
            <a:off x="10763250" y="4800600"/>
            <a:ext cx="6381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64605197" name="Google Shape;87;p39"/>
          <p:cNvSpPr txBox="1"/>
          <p:nvPr>
            <p:ph type="body" idx="5"/>
          </p:nvPr>
        </p:nvSpPr>
        <p:spPr bwMode="auto">
          <a:xfrm>
            <a:off x="10763250" y="6667500"/>
            <a:ext cx="6381750" cy="590549"/>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754776327" name="Google Shape;88;p39"/>
          <p:cNvSpPr txBox="1"/>
          <p:nvPr>
            <p:ph type="body" idx="6"/>
          </p:nvPr>
        </p:nvSpPr>
        <p:spPr bwMode="auto">
          <a:xfrm>
            <a:off x="10763250" y="7372350"/>
            <a:ext cx="6381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نص وصورة مربعة" preserve="0" showMasterPhAnim="0" showMasterSp="1" userDrawn="1">
  <p:cSld name="نص وصورة مربعة">
    <p:bg>
      <p:bgPr shadeToTitle="0">
        <a:solidFill>
          <a:srgbClr val="12183F"/>
        </a:solidFill>
      </p:bgPr>
    </p:bg>
    <p:spTree>
      <p:nvGrpSpPr>
        <p:cNvPr id="1" name=""/>
        <p:cNvGrpSpPr/>
        <p:nvPr/>
      </p:nvGrpSpPr>
      <p:grpSpPr bwMode="auto">
        <a:xfrm>
          <a:off x="0" y="0"/>
          <a:ext cx="0" cy="0"/>
          <a:chOff x="0" y="0"/>
          <a:chExt cx="0" cy="0"/>
        </a:xfrm>
      </p:grpSpPr>
      <p:pic>
        <p:nvPicPr>
          <p:cNvPr id="1699256262" name="Google Shape;90;p40"/>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284358647" name="Google Shape;91;p40"/>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1310737475" name="Google Shape;92;p40"/>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301100060" name="Google Shape;93;p40"/>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135027549" name="Google Shape;94;p40"/>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1809005764" name="Google Shape;95;p40"/>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1594455117" name="Google Shape;96;p40"/>
          <p:cNvSpPr/>
          <p:nvPr>
            <p:ph type="pic" idx="2"/>
          </p:nvPr>
        </p:nvSpPr>
        <p:spPr bwMode="auto">
          <a:xfrm>
            <a:off x="2190750" y="3476625"/>
            <a:ext cx="5715000" cy="5715000"/>
          </a:xfrm>
          <a:prstGeom prst="rect">
            <a:avLst/>
          </a:prstGeom>
          <a:solidFill>
            <a:srgbClr val="161D48"/>
          </a:solidFill>
          <a:ln w="11425" cap="flat" cmpd="sng">
            <a:solidFill>
              <a:srgbClr val="4A5590"/>
            </a:solidFill>
            <a:prstDash val="solid"/>
            <a:round/>
            <a:headEnd type="none" w="sm" len="sm"/>
            <a:tailEnd type="none" w="sm" len="sm"/>
          </a:ln>
        </p:spPr>
      </p:sp>
      <p:sp>
        <p:nvSpPr>
          <p:cNvPr id="2008362111" name="Google Shape;97;p40"/>
          <p:cNvSpPr txBox="1"/>
          <p:nvPr>
            <p:ph type="body" idx="3"/>
          </p:nvPr>
        </p:nvSpPr>
        <p:spPr bwMode="auto">
          <a:xfrm>
            <a:off x="10001250" y="3905250"/>
            <a:ext cx="7143750" cy="800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30479267" name="Google Shape;98;p40"/>
          <p:cNvSpPr txBox="1"/>
          <p:nvPr>
            <p:ph type="body" idx="4"/>
          </p:nvPr>
        </p:nvSpPr>
        <p:spPr bwMode="auto">
          <a:xfrm>
            <a:off x="10001250" y="5191125"/>
            <a:ext cx="7143750" cy="2428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611046143" name="Google Shape;99;p40"/>
          <p:cNvSpPr txBox="1"/>
          <p:nvPr>
            <p:ph type="body" idx="5"/>
          </p:nvPr>
        </p:nvSpPr>
        <p:spPr bwMode="auto">
          <a:xfrm>
            <a:off x="10001250" y="8048625"/>
            <a:ext cx="71437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مؤشرات" preserve="0" showMasterPhAnim="0" showMasterSp="1" userDrawn="1">
  <p:cSld name="مؤشرات">
    <p:bg>
      <p:bgPr shadeToTitle="0">
        <a:solidFill>
          <a:srgbClr val="12183F"/>
        </a:solidFill>
      </p:bgPr>
    </p:bg>
    <p:spTree>
      <p:nvGrpSpPr>
        <p:cNvPr id="1" name=""/>
        <p:cNvGrpSpPr/>
        <p:nvPr/>
      </p:nvGrpSpPr>
      <p:grpSpPr bwMode="auto">
        <a:xfrm>
          <a:off x="0" y="0"/>
          <a:ext cx="0" cy="0"/>
          <a:chOff x="0" y="0"/>
          <a:chExt cx="0" cy="0"/>
        </a:xfrm>
      </p:grpSpPr>
      <p:pic>
        <p:nvPicPr>
          <p:cNvPr id="1584882148" name="Google Shape;101;p41"/>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1182197999" name="Google Shape;102;p41"/>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1338651993" name="Google Shape;103;p41"/>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666656781" name="Google Shape;104;p41"/>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566064854" name="Google Shape;105;p41"/>
          <p:cNvSpPr txBox="1"/>
          <p:nvPr>
            <p:ph type="body" idx="2"/>
          </p:nvPr>
        </p:nvSpPr>
        <p:spPr bwMode="auto">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572151127" name="Google Shape;106;p41"/>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1107560449" name="Google Shape;107;p41"/>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712700193" name="Google Shape;108;p41"/>
          <p:cNvSpPr txBox="1"/>
          <p:nvPr>
            <p:ph type="body" idx="3"/>
          </p:nvPr>
        </p:nvSpPr>
        <p:spPr bwMode="auto">
          <a:xfrm>
            <a:off x="137160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338647373" name="Google Shape;109;p41"/>
          <p:cNvSpPr txBox="1"/>
          <p:nvPr>
            <p:ph type="body" idx="4"/>
          </p:nvPr>
        </p:nvSpPr>
        <p:spPr bwMode="auto">
          <a:xfrm>
            <a:off x="137160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943812146" name="Google Shape;110;p41"/>
          <p:cNvSpPr txBox="1"/>
          <p:nvPr>
            <p:ph type="body" idx="5"/>
          </p:nvPr>
        </p:nvSpPr>
        <p:spPr bwMode="auto">
          <a:xfrm>
            <a:off x="137160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43370136" name="Google Shape;111;p41"/>
          <p:cNvSpPr txBox="1"/>
          <p:nvPr>
            <p:ph type="body" idx="6"/>
          </p:nvPr>
        </p:nvSpPr>
        <p:spPr bwMode="auto">
          <a:xfrm>
            <a:off x="97155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84853245" name="Google Shape;112;p41"/>
          <p:cNvSpPr txBox="1"/>
          <p:nvPr>
            <p:ph type="body" idx="7"/>
          </p:nvPr>
        </p:nvSpPr>
        <p:spPr bwMode="auto">
          <a:xfrm>
            <a:off x="97155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380712699" name="Google Shape;113;p41"/>
          <p:cNvSpPr txBox="1"/>
          <p:nvPr>
            <p:ph type="body" idx="8"/>
          </p:nvPr>
        </p:nvSpPr>
        <p:spPr bwMode="auto">
          <a:xfrm>
            <a:off x="97155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170957936" name="Google Shape;114;p41"/>
          <p:cNvSpPr txBox="1"/>
          <p:nvPr>
            <p:ph type="body" idx="9"/>
          </p:nvPr>
        </p:nvSpPr>
        <p:spPr bwMode="auto">
          <a:xfrm>
            <a:off x="57150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739368594" name="Google Shape;115;p41"/>
          <p:cNvSpPr txBox="1"/>
          <p:nvPr>
            <p:ph type="body" idx="13"/>
          </p:nvPr>
        </p:nvSpPr>
        <p:spPr bwMode="auto">
          <a:xfrm>
            <a:off x="57150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506386816" name="Google Shape;116;p41"/>
          <p:cNvSpPr txBox="1"/>
          <p:nvPr>
            <p:ph type="body" idx="14"/>
          </p:nvPr>
        </p:nvSpPr>
        <p:spPr bwMode="auto">
          <a:xfrm>
            <a:off x="57150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538389028" name="Google Shape;117;p41"/>
          <p:cNvSpPr txBox="1"/>
          <p:nvPr>
            <p:ph type="body" idx="15"/>
          </p:nvPr>
        </p:nvSpPr>
        <p:spPr bwMode="auto">
          <a:xfrm>
            <a:off x="1714500" y="4333875"/>
            <a:ext cx="3429000" cy="1524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265785997" name="Google Shape;118;p41"/>
          <p:cNvSpPr txBox="1"/>
          <p:nvPr>
            <p:ph type="body" idx="16"/>
          </p:nvPr>
        </p:nvSpPr>
        <p:spPr bwMode="auto">
          <a:xfrm>
            <a:off x="1714500" y="6048375"/>
            <a:ext cx="3429000" cy="714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429223628" name="Google Shape;119;p41"/>
          <p:cNvSpPr txBox="1"/>
          <p:nvPr>
            <p:ph type="body" idx="17"/>
          </p:nvPr>
        </p:nvSpPr>
        <p:spPr bwMode="auto">
          <a:xfrm>
            <a:off x="1714500" y="7000875"/>
            <a:ext cx="3429000" cy="1000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529945069" name="Google Shape;120;p41"/>
          <p:cNvSpPr txBox="1"/>
          <p:nvPr>
            <p:ph type="body" idx="18"/>
          </p:nvPr>
        </p:nvSpPr>
        <p:spPr bwMode="auto">
          <a:xfrm>
            <a:off x="1714500" y="8763000"/>
            <a:ext cx="15430500" cy="476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رسالة رئيسية" preserve="0" showMasterPhAnim="0" showMasterSp="1" userDrawn="1">
  <p:cSld name="رسالة رئيسية">
    <p:bg>
      <p:bgPr shadeToTitle="0">
        <a:solidFill>
          <a:srgbClr val="F2F4FF"/>
        </a:solidFill>
      </p:bgPr>
    </p:bg>
    <p:spTree>
      <p:nvGrpSpPr>
        <p:cNvPr id="1" name=""/>
        <p:cNvGrpSpPr/>
        <p:nvPr/>
      </p:nvGrpSpPr>
      <p:grpSpPr bwMode="auto">
        <a:xfrm>
          <a:off x="0" y="0"/>
          <a:ext cx="0" cy="0"/>
          <a:chOff x="0" y="0"/>
          <a:chExt cx="0" cy="0"/>
        </a:xfrm>
      </p:grpSpPr>
      <p:pic>
        <p:nvPicPr>
          <p:cNvPr id="220763670" name="Google Shape;122;p42"/>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558145350" name="Google Shape;123;p42"/>
          <p:cNvPicPr/>
          <p:nvPr/>
        </p:nvPicPr>
        <p:blipFill rotWithShape="1">
          <a:blip r:embed="rId3">
            <a:alphaModFix/>
          </a:blip>
          <a:srcRect l="0" t="0" r="0" b="0"/>
          <a:stretch/>
        </p:blipFill>
        <p:spPr bwMode="auto">
          <a:xfrm>
            <a:off x="1069873" y="685800"/>
            <a:ext cx="3994355" cy="1238250"/>
          </a:xfrm>
          <a:prstGeom prst="rect">
            <a:avLst/>
          </a:prstGeom>
          <a:noFill/>
          <a:ln>
            <a:noFill/>
          </a:ln>
        </p:spPr>
      </p:pic>
      <p:sp>
        <p:nvSpPr>
          <p:cNvPr id="1563898917" name="Google Shape;124;p42"/>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4A5590"/>
                </a:solidFill>
                <a:latin typeface="Readex Pro"/>
                <a:ea typeface="Readex Pro"/>
                <a:cs typeface="Readex Pro"/>
              </a:rPr>
              <a:t>تحدي الذكاء الاصطناعي في خدمة المحتوى الإسلامي</a:t>
            </a:r>
            <a:endParaRPr/>
          </a:p>
        </p:txBody>
      </p:sp>
      <p:sp>
        <p:nvSpPr>
          <p:cNvPr id="774486156" name="Google Shape;125;p42"/>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defRPr>
            </a:lvl1pPr>
            <a:lvl2pPr marL="0" marR="0" lvl="1" indent="0" algn="l" rtl="0">
              <a:spcBef>
                <a:spcPts val="0"/>
              </a:spcBef>
              <a:buNone/>
              <a:defRPr sz="1800" b="0">
                <a:solidFill>
                  <a:srgbClr val="4A5590"/>
                </a:solidFill>
                <a:latin typeface="Readex Pro"/>
                <a:ea typeface="Readex Pro"/>
                <a:cs typeface="Readex Pro"/>
              </a:defRPr>
            </a:lvl2pPr>
            <a:lvl3pPr marL="0" marR="0" lvl="2" indent="0" algn="l" rtl="0">
              <a:spcBef>
                <a:spcPts val="0"/>
              </a:spcBef>
              <a:buNone/>
              <a:defRPr sz="1800" b="0">
                <a:solidFill>
                  <a:srgbClr val="4A5590"/>
                </a:solidFill>
                <a:latin typeface="Readex Pro"/>
                <a:ea typeface="Readex Pro"/>
                <a:cs typeface="Readex Pro"/>
              </a:defRPr>
            </a:lvl3pPr>
            <a:lvl4pPr marL="0" marR="0" lvl="3" indent="0" algn="l" rtl="0">
              <a:spcBef>
                <a:spcPts val="0"/>
              </a:spcBef>
              <a:buNone/>
              <a:defRPr sz="1800" b="0">
                <a:solidFill>
                  <a:srgbClr val="4A5590"/>
                </a:solidFill>
                <a:latin typeface="Readex Pro"/>
                <a:ea typeface="Readex Pro"/>
                <a:cs typeface="Readex Pro"/>
              </a:defRPr>
            </a:lvl4pPr>
            <a:lvl5pPr marL="0" marR="0" lvl="4" indent="0" algn="l" rtl="0">
              <a:spcBef>
                <a:spcPts val="0"/>
              </a:spcBef>
              <a:buNone/>
              <a:defRPr sz="1800" b="0">
                <a:solidFill>
                  <a:srgbClr val="4A5590"/>
                </a:solidFill>
                <a:latin typeface="Readex Pro"/>
                <a:ea typeface="Readex Pro"/>
                <a:cs typeface="Readex Pro"/>
              </a:defRPr>
            </a:lvl5pPr>
            <a:lvl6pPr marL="0" marR="0" lvl="5" indent="0" algn="l" rtl="0">
              <a:spcBef>
                <a:spcPts val="0"/>
              </a:spcBef>
              <a:buNone/>
              <a:defRPr sz="1800" b="0">
                <a:solidFill>
                  <a:srgbClr val="4A5590"/>
                </a:solidFill>
                <a:latin typeface="Readex Pro"/>
                <a:ea typeface="Readex Pro"/>
                <a:cs typeface="Readex Pro"/>
              </a:defRPr>
            </a:lvl6pPr>
            <a:lvl7pPr marL="0" marR="0" lvl="6" indent="0" algn="l" rtl="0">
              <a:spcBef>
                <a:spcPts val="0"/>
              </a:spcBef>
              <a:buNone/>
              <a:defRPr sz="1800" b="0">
                <a:solidFill>
                  <a:srgbClr val="4A5590"/>
                </a:solidFill>
                <a:latin typeface="Readex Pro"/>
                <a:ea typeface="Readex Pro"/>
                <a:cs typeface="Readex Pro"/>
              </a:defRPr>
            </a:lvl7pPr>
            <a:lvl8pPr marL="0" marR="0" lvl="7" indent="0" algn="l" rtl="0">
              <a:spcBef>
                <a:spcPts val="0"/>
              </a:spcBef>
              <a:buNone/>
              <a:defRPr sz="1800" b="0">
                <a:solidFill>
                  <a:srgbClr val="4A5590"/>
                </a:solidFill>
                <a:latin typeface="Readex Pro"/>
                <a:ea typeface="Readex Pro"/>
                <a:cs typeface="Readex Pro"/>
              </a:defRPr>
            </a:lvl8pPr>
            <a:lvl9pPr marL="0" marR="0" lvl="8" indent="0" algn="l" rtl="0">
              <a:spcBef>
                <a:spcPts val="0"/>
              </a:spcBef>
              <a:buNone/>
              <a:defRPr sz="1800" b="0">
                <a:solidFill>
                  <a:srgbClr val="4A5590"/>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572433958" name="Google Shape;126;p42"/>
          <p:cNvSpPr txBox="1"/>
          <p:nvPr>
            <p:ph type="title"/>
          </p:nvPr>
        </p:nvSpPr>
        <p:spPr bwMode="auto">
          <a:xfrm>
            <a:off x="2476500" y="3143250"/>
            <a:ext cx="13335000" cy="295275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199111436" name="Google Shape;127;p42"/>
          <p:cNvSpPr txBox="1"/>
          <p:nvPr>
            <p:ph type="body" idx="1"/>
          </p:nvPr>
        </p:nvSpPr>
        <p:spPr bwMode="auto">
          <a:xfrm>
            <a:off x="3333750" y="6905625"/>
            <a:ext cx="11620500" cy="8572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91893383" name="Google Shape;128;p42"/>
          <p:cNvSpPr txBox="1"/>
          <p:nvPr>
            <p:ph type="body" idx="2"/>
          </p:nvPr>
        </p:nvSpPr>
        <p:spPr bwMode="auto">
          <a:xfrm>
            <a:off x="3333750" y="8239125"/>
            <a:ext cx="11620500" cy="523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جدول داكن" preserve="0" showMasterPhAnim="0" showMasterSp="1" userDrawn="1">
  <p:cSld name="جدول داكن">
    <p:bg>
      <p:bgPr shadeToTitle="0">
        <a:solidFill>
          <a:srgbClr val="12183F"/>
        </a:solidFill>
      </p:bgPr>
    </p:bg>
    <p:spTree>
      <p:nvGrpSpPr>
        <p:cNvPr id="1" name=""/>
        <p:cNvGrpSpPr/>
        <p:nvPr/>
      </p:nvGrpSpPr>
      <p:grpSpPr bwMode="auto">
        <a:xfrm>
          <a:off x="0" y="0"/>
          <a:ext cx="0" cy="0"/>
          <a:chOff x="0" y="0"/>
          <a:chExt cx="0" cy="0"/>
        </a:xfrm>
      </p:grpSpPr>
      <p:pic>
        <p:nvPicPr>
          <p:cNvPr id="2048621811" name="Google Shape;130;p43"/>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1268805630" name="Google Shape;131;p43"/>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927581985" name="Google Shape;132;p43"/>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859360449" name="Google Shape;133;p43"/>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629913925" name="Google Shape;134;p43"/>
          <p:cNvSpPr txBox="1"/>
          <p:nvPr>
            <p:ph type="body" idx="2"/>
          </p:nvPr>
        </p:nvSpPr>
        <p:spPr bwMode="auto">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106583093" name="Google Shape;135;p43"/>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67521443" name="Google Shape;136;p43"/>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410367861" name="Google Shape;137;p43"/>
          <p:cNvSpPr txBox="1"/>
          <p:nvPr>
            <p:ph type="body" idx="3"/>
          </p:nvPr>
        </p:nvSpPr>
        <p:spPr bwMode="auto">
          <a:xfrm>
            <a:off x="1714500" y="8810625"/>
            <a:ext cx="1543050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474913582" name="Google Shape;138;p43"/>
          <p:cNvSpPr/>
          <p:nvPr>
            <p:ph type="tbl" idx="4"/>
          </p:nvPr>
        </p:nvSpPr>
        <p:spPr bwMode="auto">
          <a:xfrm>
            <a:off x="1714500" y="3905250"/>
            <a:ext cx="15430500" cy="4476750"/>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خط زمني" preserve="0" showMasterPhAnim="0" showMasterSp="1" userDrawn="1">
  <p:cSld name="خط زمني">
    <p:bg>
      <p:bgPr shadeToTitle="0">
        <a:solidFill>
          <a:srgbClr val="12183F"/>
        </a:solidFill>
      </p:bgPr>
    </p:bg>
    <p:spTree>
      <p:nvGrpSpPr>
        <p:cNvPr id="1" name=""/>
        <p:cNvGrpSpPr/>
        <p:nvPr/>
      </p:nvGrpSpPr>
      <p:grpSpPr bwMode="auto">
        <a:xfrm>
          <a:off x="0" y="0"/>
          <a:ext cx="0" cy="0"/>
          <a:chOff x="0" y="0"/>
          <a:chExt cx="0" cy="0"/>
        </a:xfrm>
      </p:grpSpPr>
      <p:pic>
        <p:nvPicPr>
          <p:cNvPr id="1770143724" name="Google Shape;140;p44"/>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1653985618" name="Google Shape;141;p44"/>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1786919421" name="Google Shape;142;p44"/>
          <p:cNvSpPr/>
          <p:nvPr/>
        </p:nvSpPr>
        <p:spPr bwMode="auto">
          <a:xfrm>
            <a:off x="1428750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756123759" name="Google Shape;143;p44"/>
          <p:cNvSpPr/>
          <p:nvPr/>
        </p:nvSpPr>
        <p:spPr bwMode="auto">
          <a:xfrm>
            <a:off x="1114425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55265808" name="Google Shape;144;p44"/>
          <p:cNvSpPr/>
          <p:nvPr/>
        </p:nvSpPr>
        <p:spPr bwMode="auto">
          <a:xfrm>
            <a:off x="800100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697808845" name="Google Shape;145;p44"/>
          <p:cNvSpPr/>
          <p:nvPr/>
        </p:nvSpPr>
        <p:spPr bwMode="auto">
          <a:xfrm>
            <a:off x="485775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14930164" name="Google Shape;146;p44"/>
          <p:cNvSpPr/>
          <p:nvPr/>
        </p:nvSpPr>
        <p:spPr bwMode="auto">
          <a:xfrm>
            <a:off x="1714500" y="4667250"/>
            <a:ext cx="2857500" cy="47625"/>
          </a:xfrm>
          <a:prstGeom prst="rect">
            <a:avLst/>
          </a:prstGeom>
          <a:solidFill>
            <a:srgbClr val="6150EA"/>
          </a:solidFill>
          <a:ln w="11425" cap="flat" cmpd="sng">
            <a:solidFill>
              <a:srgbClr val="6150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64162777" name="Google Shape;147;p44"/>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025757343" name="Google Shape;148;p44"/>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817869898" name="Google Shape;149;p44"/>
          <p:cNvSpPr txBox="1"/>
          <p:nvPr>
            <p:ph type="body" idx="2"/>
          </p:nvPr>
        </p:nvSpPr>
        <p:spPr bwMode="auto">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704258312" name="Google Shape;150;p44"/>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1152994547" name="Google Shape;151;p44"/>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823417660" name="Google Shape;152;p44"/>
          <p:cNvSpPr txBox="1"/>
          <p:nvPr>
            <p:ph type="body" idx="3"/>
          </p:nvPr>
        </p:nvSpPr>
        <p:spPr bwMode="auto">
          <a:xfrm>
            <a:off x="1428750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439123472" name="Google Shape;153;p44"/>
          <p:cNvSpPr txBox="1"/>
          <p:nvPr>
            <p:ph type="body" idx="4"/>
          </p:nvPr>
        </p:nvSpPr>
        <p:spPr bwMode="auto">
          <a:xfrm>
            <a:off x="1428750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749370514" name="Google Shape;154;p44"/>
          <p:cNvSpPr txBox="1"/>
          <p:nvPr>
            <p:ph type="body" idx="5"/>
          </p:nvPr>
        </p:nvSpPr>
        <p:spPr bwMode="auto">
          <a:xfrm>
            <a:off x="1428750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191356071" name="Google Shape;155;p44"/>
          <p:cNvSpPr txBox="1"/>
          <p:nvPr>
            <p:ph type="body" idx="6"/>
          </p:nvPr>
        </p:nvSpPr>
        <p:spPr bwMode="auto">
          <a:xfrm>
            <a:off x="1428750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522943676" name="Google Shape;156;p44"/>
          <p:cNvSpPr txBox="1"/>
          <p:nvPr>
            <p:ph type="body" idx="7"/>
          </p:nvPr>
        </p:nvSpPr>
        <p:spPr bwMode="auto">
          <a:xfrm>
            <a:off x="1114425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361177901" name="Google Shape;157;p44"/>
          <p:cNvSpPr txBox="1"/>
          <p:nvPr>
            <p:ph type="body" idx="8"/>
          </p:nvPr>
        </p:nvSpPr>
        <p:spPr bwMode="auto">
          <a:xfrm>
            <a:off x="1114425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257817141" name="Google Shape;158;p44"/>
          <p:cNvSpPr txBox="1"/>
          <p:nvPr>
            <p:ph type="body" idx="9"/>
          </p:nvPr>
        </p:nvSpPr>
        <p:spPr bwMode="auto">
          <a:xfrm>
            <a:off x="1114425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723221119" name="Google Shape;159;p44"/>
          <p:cNvSpPr txBox="1"/>
          <p:nvPr>
            <p:ph type="body" idx="13"/>
          </p:nvPr>
        </p:nvSpPr>
        <p:spPr bwMode="auto">
          <a:xfrm>
            <a:off x="1114425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165751151" name="Google Shape;160;p44"/>
          <p:cNvSpPr txBox="1"/>
          <p:nvPr>
            <p:ph type="body" idx="14"/>
          </p:nvPr>
        </p:nvSpPr>
        <p:spPr bwMode="auto">
          <a:xfrm>
            <a:off x="800100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493002089" name="Google Shape;161;p44"/>
          <p:cNvSpPr txBox="1"/>
          <p:nvPr>
            <p:ph type="body" idx="15"/>
          </p:nvPr>
        </p:nvSpPr>
        <p:spPr bwMode="auto">
          <a:xfrm>
            <a:off x="800100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383899195" name="Google Shape;162;p44"/>
          <p:cNvSpPr txBox="1"/>
          <p:nvPr>
            <p:ph type="body" idx="16"/>
          </p:nvPr>
        </p:nvSpPr>
        <p:spPr bwMode="auto">
          <a:xfrm>
            <a:off x="800100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376077377" name="Google Shape;163;p44"/>
          <p:cNvSpPr txBox="1"/>
          <p:nvPr>
            <p:ph type="body" idx="17"/>
          </p:nvPr>
        </p:nvSpPr>
        <p:spPr bwMode="auto">
          <a:xfrm>
            <a:off x="800100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669005421" name="Google Shape;164;p44"/>
          <p:cNvSpPr txBox="1"/>
          <p:nvPr>
            <p:ph type="body" idx="18"/>
          </p:nvPr>
        </p:nvSpPr>
        <p:spPr bwMode="auto">
          <a:xfrm>
            <a:off x="485775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985987240" name="Google Shape;165;p44"/>
          <p:cNvSpPr txBox="1"/>
          <p:nvPr>
            <p:ph type="body" idx="19"/>
          </p:nvPr>
        </p:nvSpPr>
        <p:spPr bwMode="auto">
          <a:xfrm>
            <a:off x="485775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37823963" name="Google Shape;166;p44"/>
          <p:cNvSpPr txBox="1"/>
          <p:nvPr>
            <p:ph type="body" idx="20"/>
          </p:nvPr>
        </p:nvSpPr>
        <p:spPr bwMode="auto">
          <a:xfrm>
            <a:off x="485775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50483352" name="Google Shape;167;p44"/>
          <p:cNvSpPr txBox="1"/>
          <p:nvPr>
            <p:ph type="body" idx="21"/>
          </p:nvPr>
        </p:nvSpPr>
        <p:spPr bwMode="auto">
          <a:xfrm>
            <a:off x="485775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951955402" name="Google Shape;168;p44"/>
          <p:cNvSpPr txBox="1"/>
          <p:nvPr>
            <p:ph type="body" idx="22"/>
          </p:nvPr>
        </p:nvSpPr>
        <p:spPr bwMode="auto">
          <a:xfrm>
            <a:off x="1714500" y="3762375"/>
            <a:ext cx="2857500" cy="7620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748947162" name="Google Shape;169;p44"/>
          <p:cNvSpPr txBox="1"/>
          <p:nvPr>
            <p:ph type="body" idx="23"/>
          </p:nvPr>
        </p:nvSpPr>
        <p:spPr bwMode="auto">
          <a:xfrm>
            <a:off x="1714500" y="5238750"/>
            <a:ext cx="2857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564279662" name="Google Shape;170;p44"/>
          <p:cNvSpPr txBox="1"/>
          <p:nvPr>
            <p:ph type="body" idx="24"/>
          </p:nvPr>
        </p:nvSpPr>
        <p:spPr bwMode="auto">
          <a:xfrm>
            <a:off x="1714500" y="6048375"/>
            <a:ext cx="2857500" cy="5715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15176264" name="Google Shape;171;p44"/>
          <p:cNvSpPr txBox="1"/>
          <p:nvPr>
            <p:ph type="body" idx="25"/>
          </p:nvPr>
        </p:nvSpPr>
        <p:spPr bwMode="auto">
          <a:xfrm>
            <a:off x="1714500" y="7000875"/>
            <a:ext cx="2857500" cy="10953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فريق العمل" preserve="0" showMasterPhAnim="0" showMasterSp="1" userDrawn="1">
  <p:cSld name="فريق العمل">
    <p:bg>
      <p:bgPr shadeToTitle="0">
        <a:solidFill>
          <a:srgbClr val="12183F"/>
        </a:solidFill>
      </p:bgPr>
    </p:bg>
    <p:spTree>
      <p:nvGrpSpPr>
        <p:cNvPr id="1" name=""/>
        <p:cNvGrpSpPr/>
        <p:nvPr/>
      </p:nvGrpSpPr>
      <p:grpSpPr bwMode="auto">
        <a:xfrm>
          <a:off x="0" y="0"/>
          <a:ext cx="0" cy="0"/>
          <a:chOff x="0" y="0"/>
          <a:chExt cx="0" cy="0"/>
        </a:xfrm>
      </p:grpSpPr>
      <p:pic>
        <p:nvPicPr>
          <p:cNvPr id="1133135665" name="Google Shape;173;p45"/>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159441719" name="Google Shape;174;p45"/>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1204545881" name="Google Shape;175;p45"/>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714642782" name="Google Shape;176;p45"/>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323252739" name="Google Shape;177;p45"/>
          <p:cNvSpPr txBox="1"/>
          <p:nvPr>
            <p:ph type="body" idx="2"/>
          </p:nvPr>
        </p:nvSpPr>
        <p:spPr bwMode="auto">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95664572" name="Google Shape;178;p45"/>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117481147" name="Google Shape;179;p45"/>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1124288444" name="Google Shape;180;p45"/>
          <p:cNvSpPr/>
          <p:nvPr>
            <p:ph type="pic" idx="3"/>
          </p:nvPr>
        </p:nvSpPr>
        <p:spPr bwMode="auto">
          <a:xfrm>
            <a:off x="141922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731789702" name="Google Shape;181;p45"/>
          <p:cNvSpPr txBox="1"/>
          <p:nvPr>
            <p:ph type="body" idx="4"/>
          </p:nvPr>
        </p:nvSpPr>
        <p:spPr bwMode="auto">
          <a:xfrm>
            <a:off x="137160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510772096" name="Google Shape;182;p45"/>
          <p:cNvSpPr txBox="1"/>
          <p:nvPr>
            <p:ph type="body" idx="5"/>
          </p:nvPr>
        </p:nvSpPr>
        <p:spPr bwMode="auto">
          <a:xfrm>
            <a:off x="137160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30950842" name="Google Shape;183;p45"/>
          <p:cNvSpPr/>
          <p:nvPr>
            <p:ph type="pic" idx="6"/>
          </p:nvPr>
        </p:nvSpPr>
        <p:spPr bwMode="auto">
          <a:xfrm>
            <a:off x="101917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439936918" name="Google Shape;184;p45"/>
          <p:cNvSpPr txBox="1"/>
          <p:nvPr>
            <p:ph type="body" idx="7"/>
          </p:nvPr>
        </p:nvSpPr>
        <p:spPr bwMode="auto">
          <a:xfrm>
            <a:off x="97155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561357324" name="Google Shape;185;p45"/>
          <p:cNvSpPr txBox="1"/>
          <p:nvPr>
            <p:ph type="body" idx="8"/>
          </p:nvPr>
        </p:nvSpPr>
        <p:spPr bwMode="auto">
          <a:xfrm>
            <a:off x="97155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145568243" name="Google Shape;186;p45"/>
          <p:cNvSpPr/>
          <p:nvPr>
            <p:ph type="pic" idx="9"/>
          </p:nvPr>
        </p:nvSpPr>
        <p:spPr bwMode="auto">
          <a:xfrm>
            <a:off x="61912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683779720" name="Google Shape;187;p45"/>
          <p:cNvSpPr txBox="1"/>
          <p:nvPr>
            <p:ph type="body" idx="13"/>
          </p:nvPr>
        </p:nvSpPr>
        <p:spPr bwMode="auto">
          <a:xfrm>
            <a:off x="57150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951962437" name="Google Shape;188;p45"/>
          <p:cNvSpPr txBox="1"/>
          <p:nvPr>
            <p:ph type="body" idx="14"/>
          </p:nvPr>
        </p:nvSpPr>
        <p:spPr bwMode="auto">
          <a:xfrm>
            <a:off x="57150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833244636" name="Google Shape;189;p45"/>
          <p:cNvSpPr/>
          <p:nvPr>
            <p:ph type="pic" idx="15"/>
          </p:nvPr>
        </p:nvSpPr>
        <p:spPr bwMode="auto">
          <a:xfrm>
            <a:off x="21907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825212106" name="Google Shape;190;p45"/>
          <p:cNvSpPr txBox="1"/>
          <p:nvPr>
            <p:ph type="body" idx="16"/>
          </p:nvPr>
        </p:nvSpPr>
        <p:spPr bwMode="auto">
          <a:xfrm>
            <a:off x="1714500" y="6953250"/>
            <a:ext cx="352425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505513982" name="Google Shape;191;p45"/>
          <p:cNvSpPr txBox="1"/>
          <p:nvPr>
            <p:ph type="body" idx="17"/>
          </p:nvPr>
        </p:nvSpPr>
        <p:spPr bwMode="auto">
          <a:xfrm>
            <a:off x="1714500" y="7810500"/>
            <a:ext cx="3524250" cy="9048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أربع نقاط فاتحة" preserve="0" showMasterPhAnim="0" showMasterSp="1" userDrawn="1">
  <p:cSld name="أربع نقاط فاتحة">
    <p:bg>
      <p:bgPr shadeToTitle="0">
        <a:solidFill>
          <a:srgbClr val="F2F4FF"/>
        </a:solidFill>
      </p:bgPr>
    </p:bg>
    <p:spTree>
      <p:nvGrpSpPr>
        <p:cNvPr id="1" name=""/>
        <p:cNvGrpSpPr/>
        <p:nvPr/>
      </p:nvGrpSpPr>
      <p:grpSpPr bwMode="auto">
        <a:xfrm>
          <a:off x="0" y="0"/>
          <a:ext cx="0" cy="0"/>
          <a:chOff x="0" y="0"/>
          <a:chExt cx="0" cy="0"/>
        </a:xfrm>
      </p:grpSpPr>
      <p:pic>
        <p:nvPicPr>
          <p:cNvPr id="1670179441" name="Google Shape;193;p46"/>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93705320" name="Google Shape;194;p46"/>
          <p:cNvPicPr/>
          <p:nvPr/>
        </p:nvPicPr>
        <p:blipFill rotWithShape="1">
          <a:blip r:embed="rId3">
            <a:alphaModFix/>
          </a:blip>
          <a:srcRect l="0" t="0" r="0" b="0"/>
          <a:stretch/>
        </p:blipFill>
        <p:spPr bwMode="auto">
          <a:xfrm>
            <a:off x="1337187" y="685800"/>
            <a:ext cx="2888226" cy="895350"/>
          </a:xfrm>
          <a:prstGeom prst="rect">
            <a:avLst/>
          </a:prstGeom>
          <a:noFill/>
          <a:ln>
            <a:noFill/>
          </a:ln>
        </p:spPr>
      </p:pic>
      <p:sp>
        <p:nvSpPr>
          <p:cNvPr id="1891301956" name="Google Shape;195;p46"/>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910704745" name="Google Shape;196;p46"/>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821248049" name="Google Shape;197;p46"/>
          <p:cNvSpPr txBox="1"/>
          <p:nvPr>
            <p:ph type="body" idx="2"/>
          </p:nvPr>
        </p:nvSpPr>
        <p:spPr bwMode="auto">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781921583" name="Google Shape;198;p46"/>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4A5590"/>
                </a:solidFill>
                <a:latin typeface="Readex Pro"/>
                <a:ea typeface="Readex Pro"/>
                <a:cs typeface="Readex Pro"/>
              </a:rPr>
              <a:t>تحدي الذكاء الاصطناعي في خدمة المحتوى الإسلامي</a:t>
            </a:r>
            <a:endParaRPr/>
          </a:p>
        </p:txBody>
      </p:sp>
      <p:sp>
        <p:nvSpPr>
          <p:cNvPr id="1582107142" name="Google Shape;199;p46"/>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defRPr>
            </a:lvl1pPr>
            <a:lvl2pPr marL="0" marR="0" lvl="1" indent="0" algn="l" rtl="0">
              <a:spcBef>
                <a:spcPts val="0"/>
              </a:spcBef>
              <a:buNone/>
              <a:defRPr sz="1800" b="0">
                <a:solidFill>
                  <a:srgbClr val="4A5590"/>
                </a:solidFill>
                <a:latin typeface="Readex Pro"/>
                <a:ea typeface="Readex Pro"/>
                <a:cs typeface="Readex Pro"/>
              </a:defRPr>
            </a:lvl2pPr>
            <a:lvl3pPr marL="0" marR="0" lvl="2" indent="0" algn="l" rtl="0">
              <a:spcBef>
                <a:spcPts val="0"/>
              </a:spcBef>
              <a:buNone/>
              <a:defRPr sz="1800" b="0">
                <a:solidFill>
                  <a:srgbClr val="4A5590"/>
                </a:solidFill>
                <a:latin typeface="Readex Pro"/>
                <a:ea typeface="Readex Pro"/>
                <a:cs typeface="Readex Pro"/>
              </a:defRPr>
            </a:lvl3pPr>
            <a:lvl4pPr marL="0" marR="0" lvl="3" indent="0" algn="l" rtl="0">
              <a:spcBef>
                <a:spcPts val="0"/>
              </a:spcBef>
              <a:buNone/>
              <a:defRPr sz="1800" b="0">
                <a:solidFill>
                  <a:srgbClr val="4A5590"/>
                </a:solidFill>
                <a:latin typeface="Readex Pro"/>
                <a:ea typeface="Readex Pro"/>
                <a:cs typeface="Readex Pro"/>
              </a:defRPr>
            </a:lvl4pPr>
            <a:lvl5pPr marL="0" marR="0" lvl="4" indent="0" algn="l" rtl="0">
              <a:spcBef>
                <a:spcPts val="0"/>
              </a:spcBef>
              <a:buNone/>
              <a:defRPr sz="1800" b="0">
                <a:solidFill>
                  <a:srgbClr val="4A5590"/>
                </a:solidFill>
                <a:latin typeface="Readex Pro"/>
                <a:ea typeface="Readex Pro"/>
                <a:cs typeface="Readex Pro"/>
              </a:defRPr>
            </a:lvl5pPr>
            <a:lvl6pPr marL="0" marR="0" lvl="5" indent="0" algn="l" rtl="0">
              <a:spcBef>
                <a:spcPts val="0"/>
              </a:spcBef>
              <a:buNone/>
              <a:defRPr sz="1800" b="0">
                <a:solidFill>
                  <a:srgbClr val="4A5590"/>
                </a:solidFill>
                <a:latin typeface="Readex Pro"/>
                <a:ea typeface="Readex Pro"/>
                <a:cs typeface="Readex Pro"/>
              </a:defRPr>
            </a:lvl6pPr>
            <a:lvl7pPr marL="0" marR="0" lvl="6" indent="0" algn="l" rtl="0">
              <a:spcBef>
                <a:spcPts val="0"/>
              </a:spcBef>
              <a:buNone/>
              <a:defRPr sz="1800" b="0">
                <a:solidFill>
                  <a:srgbClr val="4A5590"/>
                </a:solidFill>
                <a:latin typeface="Readex Pro"/>
                <a:ea typeface="Readex Pro"/>
                <a:cs typeface="Readex Pro"/>
              </a:defRPr>
            </a:lvl7pPr>
            <a:lvl8pPr marL="0" marR="0" lvl="7" indent="0" algn="l" rtl="0">
              <a:spcBef>
                <a:spcPts val="0"/>
              </a:spcBef>
              <a:buNone/>
              <a:defRPr sz="1800" b="0">
                <a:solidFill>
                  <a:srgbClr val="4A5590"/>
                </a:solidFill>
                <a:latin typeface="Readex Pro"/>
                <a:ea typeface="Readex Pro"/>
                <a:cs typeface="Readex Pro"/>
              </a:defRPr>
            </a:lvl8pPr>
            <a:lvl9pPr marL="0" marR="0" lvl="8" indent="0" algn="l" rtl="0">
              <a:spcBef>
                <a:spcPts val="0"/>
              </a:spcBef>
              <a:buNone/>
              <a:defRPr sz="1800" b="0">
                <a:solidFill>
                  <a:srgbClr val="4A5590"/>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860250878" name="Google Shape;200;p46"/>
          <p:cNvSpPr txBox="1"/>
          <p:nvPr>
            <p:ph type="body" idx="3"/>
          </p:nvPr>
        </p:nvSpPr>
        <p:spPr bwMode="auto">
          <a:xfrm>
            <a:off x="9810750" y="3952875"/>
            <a:ext cx="7334250" cy="590549"/>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69425730" name="Google Shape;201;p46"/>
          <p:cNvSpPr txBox="1"/>
          <p:nvPr>
            <p:ph type="body" idx="4"/>
          </p:nvPr>
        </p:nvSpPr>
        <p:spPr bwMode="auto">
          <a:xfrm>
            <a:off x="9810750" y="4657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69385186" name="Google Shape;202;p46"/>
          <p:cNvSpPr txBox="1"/>
          <p:nvPr>
            <p:ph type="body" idx="5"/>
          </p:nvPr>
        </p:nvSpPr>
        <p:spPr bwMode="auto">
          <a:xfrm>
            <a:off x="1714500" y="3952875"/>
            <a:ext cx="6953250" cy="590549"/>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09695249" name="Google Shape;203;p46"/>
          <p:cNvSpPr txBox="1"/>
          <p:nvPr>
            <p:ph type="body" idx="6"/>
          </p:nvPr>
        </p:nvSpPr>
        <p:spPr bwMode="auto">
          <a:xfrm>
            <a:off x="1714500" y="4657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31824578" name="Google Shape;204;p46"/>
          <p:cNvSpPr txBox="1"/>
          <p:nvPr>
            <p:ph type="body" idx="7"/>
          </p:nvPr>
        </p:nvSpPr>
        <p:spPr bwMode="auto">
          <a:xfrm>
            <a:off x="9810750" y="6619875"/>
            <a:ext cx="7334250" cy="590549"/>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254279020" name="Google Shape;205;p46"/>
          <p:cNvSpPr txBox="1"/>
          <p:nvPr>
            <p:ph type="body" idx="8"/>
          </p:nvPr>
        </p:nvSpPr>
        <p:spPr bwMode="auto">
          <a:xfrm>
            <a:off x="9810750" y="7324725"/>
            <a:ext cx="7334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52835468" name="Google Shape;206;p46"/>
          <p:cNvSpPr txBox="1"/>
          <p:nvPr>
            <p:ph type="body" idx="9"/>
          </p:nvPr>
        </p:nvSpPr>
        <p:spPr bwMode="auto">
          <a:xfrm>
            <a:off x="1714500" y="6619875"/>
            <a:ext cx="6953250" cy="590549"/>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934811321" name="Google Shape;207;p46"/>
          <p:cNvSpPr txBox="1"/>
          <p:nvPr>
            <p:ph type="body" idx="13"/>
          </p:nvPr>
        </p:nvSpPr>
        <p:spPr bwMode="auto">
          <a:xfrm>
            <a:off x="1714500" y="7324725"/>
            <a:ext cx="69532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جدول فاتح" preserve="0" showMasterPhAnim="0" showMasterSp="1" userDrawn="1">
  <p:cSld name="جدول فاتح">
    <p:bg>
      <p:bgPr shadeToTitle="0">
        <a:solidFill>
          <a:srgbClr val="F2F4FF"/>
        </a:solidFill>
      </p:bgPr>
    </p:bg>
    <p:spTree>
      <p:nvGrpSpPr>
        <p:cNvPr id="1" name=""/>
        <p:cNvGrpSpPr/>
        <p:nvPr/>
      </p:nvGrpSpPr>
      <p:grpSpPr bwMode="auto">
        <a:xfrm>
          <a:off x="0" y="0"/>
          <a:ext cx="0" cy="0"/>
          <a:chOff x="0" y="0"/>
          <a:chExt cx="0" cy="0"/>
        </a:xfrm>
      </p:grpSpPr>
      <p:pic>
        <p:nvPicPr>
          <p:cNvPr id="1454569817" name="Google Shape;209;p47"/>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688321266" name="Google Shape;210;p47"/>
          <p:cNvPicPr/>
          <p:nvPr/>
        </p:nvPicPr>
        <p:blipFill rotWithShape="1">
          <a:blip r:embed="rId3">
            <a:alphaModFix/>
          </a:blip>
          <a:srcRect l="0" t="0" r="0" b="0"/>
          <a:stretch/>
        </p:blipFill>
        <p:spPr bwMode="auto">
          <a:xfrm>
            <a:off x="1337187" y="685800"/>
            <a:ext cx="2888226" cy="895350"/>
          </a:xfrm>
          <a:prstGeom prst="rect">
            <a:avLst/>
          </a:prstGeom>
          <a:noFill/>
          <a:ln>
            <a:noFill/>
          </a:ln>
        </p:spPr>
      </p:pic>
      <p:sp>
        <p:nvSpPr>
          <p:cNvPr id="976785369" name="Google Shape;211;p47"/>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887876258" name="Google Shape;212;p47"/>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462706399" name="Google Shape;213;p47"/>
          <p:cNvSpPr txBox="1"/>
          <p:nvPr>
            <p:ph type="body" idx="2"/>
          </p:nvPr>
        </p:nvSpPr>
        <p:spPr bwMode="auto">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483937308" name="Google Shape;214;p47"/>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4A5590"/>
                </a:solidFill>
                <a:latin typeface="Readex Pro"/>
                <a:ea typeface="Readex Pro"/>
                <a:cs typeface="Readex Pro"/>
              </a:rPr>
              <a:t>تحدي الذكاء الاصطناعي في خدمة المحتوى الإسلامي</a:t>
            </a:r>
            <a:endParaRPr/>
          </a:p>
        </p:txBody>
      </p:sp>
      <p:sp>
        <p:nvSpPr>
          <p:cNvPr id="1279588731" name="Google Shape;215;p47"/>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defRPr>
            </a:lvl1pPr>
            <a:lvl2pPr marL="0" marR="0" lvl="1" indent="0" algn="l" rtl="0">
              <a:spcBef>
                <a:spcPts val="0"/>
              </a:spcBef>
              <a:buNone/>
              <a:defRPr sz="1800" b="0">
                <a:solidFill>
                  <a:srgbClr val="4A5590"/>
                </a:solidFill>
                <a:latin typeface="Readex Pro"/>
                <a:ea typeface="Readex Pro"/>
                <a:cs typeface="Readex Pro"/>
              </a:defRPr>
            </a:lvl2pPr>
            <a:lvl3pPr marL="0" marR="0" lvl="2" indent="0" algn="l" rtl="0">
              <a:spcBef>
                <a:spcPts val="0"/>
              </a:spcBef>
              <a:buNone/>
              <a:defRPr sz="1800" b="0">
                <a:solidFill>
                  <a:srgbClr val="4A5590"/>
                </a:solidFill>
                <a:latin typeface="Readex Pro"/>
                <a:ea typeface="Readex Pro"/>
                <a:cs typeface="Readex Pro"/>
              </a:defRPr>
            </a:lvl3pPr>
            <a:lvl4pPr marL="0" marR="0" lvl="3" indent="0" algn="l" rtl="0">
              <a:spcBef>
                <a:spcPts val="0"/>
              </a:spcBef>
              <a:buNone/>
              <a:defRPr sz="1800" b="0">
                <a:solidFill>
                  <a:srgbClr val="4A5590"/>
                </a:solidFill>
                <a:latin typeface="Readex Pro"/>
                <a:ea typeface="Readex Pro"/>
                <a:cs typeface="Readex Pro"/>
              </a:defRPr>
            </a:lvl4pPr>
            <a:lvl5pPr marL="0" marR="0" lvl="4" indent="0" algn="l" rtl="0">
              <a:spcBef>
                <a:spcPts val="0"/>
              </a:spcBef>
              <a:buNone/>
              <a:defRPr sz="1800" b="0">
                <a:solidFill>
                  <a:srgbClr val="4A5590"/>
                </a:solidFill>
                <a:latin typeface="Readex Pro"/>
                <a:ea typeface="Readex Pro"/>
                <a:cs typeface="Readex Pro"/>
              </a:defRPr>
            </a:lvl5pPr>
            <a:lvl6pPr marL="0" marR="0" lvl="5" indent="0" algn="l" rtl="0">
              <a:spcBef>
                <a:spcPts val="0"/>
              </a:spcBef>
              <a:buNone/>
              <a:defRPr sz="1800" b="0">
                <a:solidFill>
                  <a:srgbClr val="4A5590"/>
                </a:solidFill>
                <a:latin typeface="Readex Pro"/>
                <a:ea typeface="Readex Pro"/>
                <a:cs typeface="Readex Pro"/>
              </a:defRPr>
            </a:lvl6pPr>
            <a:lvl7pPr marL="0" marR="0" lvl="6" indent="0" algn="l" rtl="0">
              <a:spcBef>
                <a:spcPts val="0"/>
              </a:spcBef>
              <a:buNone/>
              <a:defRPr sz="1800" b="0">
                <a:solidFill>
                  <a:srgbClr val="4A5590"/>
                </a:solidFill>
                <a:latin typeface="Readex Pro"/>
                <a:ea typeface="Readex Pro"/>
                <a:cs typeface="Readex Pro"/>
              </a:defRPr>
            </a:lvl7pPr>
            <a:lvl8pPr marL="0" marR="0" lvl="7" indent="0" algn="l" rtl="0">
              <a:spcBef>
                <a:spcPts val="0"/>
              </a:spcBef>
              <a:buNone/>
              <a:defRPr sz="1800" b="0">
                <a:solidFill>
                  <a:srgbClr val="4A5590"/>
                </a:solidFill>
                <a:latin typeface="Readex Pro"/>
                <a:ea typeface="Readex Pro"/>
                <a:cs typeface="Readex Pro"/>
              </a:defRPr>
            </a:lvl8pPr>
            <a:lvl9pPr marL="0" marR="0" lvl="8" indent="0" algn="l" rtl="0">
              <a:spcBef>
                <a:spcPts val="0"/>
              </a:spcBef>
              <a:buNone/>
              <a:defRPr sz="1800" b="0">
                <a:solidFill>
                  <a:srgbClr val="4A5590"/>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877240405" name="Google Shape;216;p47"/>
          <p:cNvSpPr txBox="1"/>
          <p:nvPr>
            <p:ph type="body" idx="3"/>
          </p:nvPr>
        </p:nvSpPr>
        <p:spPr bwMode="auto">
          <a:xfrm>
            <a:off x="1714500" y="8810625"/>
            <a:ext cx="1543050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463701000" name="Google Shape;217;p47"/>
          <p:cNvSpPr/>
          <p:nvPr>
            <p:ph type="tbl" idx="4"/>
          </p:nvPr>
        </p:nvSpPr>
        <p:spPr bwMode="auto">
          <a:xfrm>
            <a:off x="1714500" y="3905250"/>
            <a:ext cx="15430500" cy="4476750"/>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مقارنة بالأعمدة" preserve="0" showMasterPhAnim="0" showMasterSp="1" userDrawn="1">
  <p:cSld name="مقارنة بالأعمدة">
    <p:bg>
      <p:bgPr shadeToTitle="0">
        <a:solidFill>
          <a:srgbClr val="12183F"/>
        </a:solidFill>
      </p:bgPr>
    </p:bg>
    <p:spTree>
      <p:nvGrpSpPr>
        <p:cNvPr id="1" name=""/>
        <p:cNvGrpSpPr/>
        <p:nvPr/>
      </p:nvGrpSpPr>
      <p:grpSpPr bwMode="auto">
        <a:xfrm>
          <a:off x="0" y="0"/>
          <a:ext cx="0" cy="0"/>
          <a:chOff x="0" y="0"/>
          <a:chExt cx="0" cy="0"/>
        </a:xfrm>
      </p:grpSpPr>
      <p:pic>
        <p:nvPicPr>
          <p:cNvPr id="81683886" name="Google Shape;219;p48"/>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1455827726" name="Google Shape;220;p48"/>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1574911489" name="Google Shape;221;p48"/>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284562188" name="Google Shape;222;p48"/>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488177868" name="Google Shape;223;p48"/>
          <p:cNvSpPr txBox="1"/>
          <p:nvPr>
            <p:ph type="body" idx="2"/>
          </p:nvPr>
        </p:nvSpPr>
        <p:spPr bwMode="auto">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771946275" name="Google Shape;224;p48"/>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1277218540" name="Google Shape;225;p48"/>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705765897" name="Google Shape;226;p48"/>
          <p:cNvSpPr txBox="1"/>
          <p:nvPr>
            <p:ph type="body" idx="3"/>
          </p:nvPr>
        </p:nvSpPr>
        <p:spPr bwMode="auto">
          <a:xfrm>
            <a:off x="2095500" y="8905875"/>
            <a:ext cx="1419225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7179003" name="Google Shape;227;p48"/>
          <p:cNvSpPr/>
          <p:nvPr>
            <p:ph type="chart" idx="4"/>
          </p:nvPr>
        </p:nvSpPr>
        <p:spPr bwMode="auto">
          <a:xfrm>
            <a:off x="2095500" y="3905250"/>
            <a:ext cx="14192250" cy="4857750"/>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توزيع نسبي" preserve="0" showMasterPhAnim="0" showMasterSp="1" userDrawn="1">
  <p:cSld name="توزيع نسبي">
    <p:bg>
      <p:bgPr shadeToTitle="0">
        <a:solidFill>
          <a:srgbClr val="12183F"/>
        </a:solidFill>
      </p:bgPr>
    </p:bg>
    <p:spTree>
      <p:nvGrpSpPr>
        <p:cNvPr id="1" name=""/>
        <p:cNvGrpSpPr/>
        <p:nvPr/>
      </p:nvGrpSpPr>
      <p:grpSpPr bwMode="auto">
        <a:xfrm>
          <a:off x="0" y="0"/>
          <a:ext cx="0" cy="0"/>
          <a:chOff x="0" y="0"/>
          <a:chExt cx="0" cy="0"/>
        </a:xfrm>
      </p:grpSpPr>
      <p:pic>
        <p:nvPicPr>
          <p:cNvPr id="969624015" name="Google Shape;229;p49"/>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502814080" name="Google Shape;230;p49"/>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2024509676" name="Google Shape;231;p49"/>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578261850" name="Google Shape;232;p49"/>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657069536" name="Google Shape;233;p49"/>
          <p:cNvSpPr txBox="1"/>
          <p:nvPr>
            <p:ph type="body" idx="2"/>
          </p:nvPr>
        </p:nvSpPr>
        <p:spPr bwMode="auto">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911312881" name="Google Shape;234;p49"/>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1822446963" name="Google Shape;235;p49"/>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164070527" name="Google Shape;236;p49"/>
          <p:cNvSpPr txBox="1"/>
          <p:nvPr>
            <p:ph type="body" idx="3"/>
          </p:nvPr>
        </p:nvSpPr>
        <p:spPr bwMode="auto">
          <a:xfrm>
            <a:off x="1714500" y="8905875"/>
            <a:ext cx="15430500" cy="4572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117477471" name="Google Shape;237;p49"/>
          <p:cNvSpPr/>
          <p:nvPr>
            <p:ph type="chart" idx="4"/>
          </p:nvPr>
        </p:nvSpPr>
        <p:spPr bwMode="auto">
          <a:xfrm>
            <a:off x="2095500" y="3619500"/>
            <a:ext cx="14097000" cy="5381625"/>
          </a:xfrm>
          <a:prstGeom prst="rect">
            <a:avLst/>
          </a:prstGeom>
          <a:noFill/>
          <a:ln>
            <a:noFill/>
          </a:ln>
        </p:spPr>
        <p:txBody>
          <a:bodyPr spcFirstLastPara="1" wrap="square" lIns="254000" tIns="45700" rIns="254000" bIns="45700" anchor="ctr"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آلية العمل" preserve="0" showMasterPhAnim="0" showMasterSp="1" userDrawn="1">
  <p:cSld name="آلية العمل">
    <p:bg>
      <p:bgPr shadeToTitle="0">
        <a:solidFill>
          <a:srgbClr val="12183F"/>
        </a:solidFill>
      </p:bgPr>
    </p:bg>
    <p:spTree>
      <p:nvGrpSpPr>
        <p:cNvPr id="1" name=""/>
        <p:cNvGrpSpPr/>
        <p:nvPr/>
      </p:nvGrpSpPr>
      <p:grpSpPr bwMode="auto">
        <a:xfrm>
          <a:off x="0" y="0"/>
          <a:ext cx="0" cy="0"/>
          <a:chOff x="0" y="0"/>
          <a:chExt cx="0" cy="0"/>
        </a:xfrm>
      </p:grpSpPr>
      <p:pic>
        <p:nvPicPr>
          <p:cNvPr id="807445574" name="Google Shape;239;p50"/>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1126456238" name="Google Shape;240;p50"/>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1561984580" name="Google Shape;241;p50"/>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24102977" name="Google Shape;242;p50"/>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408699452" name="Google Shape;243;p50"/>
          <p:cNvSpPr txBox="1"/>
          <p:nvPr>
            <p:ph type="body" idx="2"/>
          </p:nvPr>
        </p:nvSpPr>
        <p:spPr bwMode="auto">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045411243" name="Google Shape;244;p50"/>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763983776" name="Google Shape;245;p50"/>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26880133" name="Google Shape;246;p50"/>
          <p:cNvSpPr txBox="1"/>
          <p:nvPr>
            <p:ph type="body" idx="3"/>
          </p:nvPr>
        </p:nvSpPr>
        <p:spPr bwMode="auto">
          <a:xfrm>
            <a:off x="137160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412679609" name="Google Shape;247;p50"/>
          <p:cNvSpPr txBox="1"/>
          <p:nvPr>
            <p:ph type="body" idx="4"/>
          </p:nvPr>
        </p:nvSpPr>
        <p:spPr bwMode="auto">
          <a:xfrm>
            <a:off x="97155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226590516" name="Google Shape;248;p50"/>
          <p:cNvSpPr txBox="1"/>
          <p:nvPr>
            <p:ph type="body" idx="5"/>
          </p:nvPr>
        </p:nvSpPr>
        <p:spPr bwMode="auto">
          <a:xfrm>
            <a:off x="57150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00836019" name="Google Shape;249;p50"/>
          <p:cNvSpPr txBox="1"/>
          <p:nvPr>
            <p:ph type="body" idx="6"/>
          </p:nvPr>
        </p:nvSpPr>
        <p:spPr bwMode="auto">
          <a:xfrm>
            <a:off x="1714500" y="4333875"/>
            <a:ext cx="3429000" cy="3714750"/>
          </a:xfrm>
          <a:prstGeom prst="rect">
            <a:avLst/>
          </a:prstGeom>
          <a:solidFill>
            <a:srgbClr val="161D48"/>
          </a:solidFill>
          <a:ln w="11425" cap="flat" cmpd="sng">
            <a:solidFill>
              <a:srgbClr val="323D68"/>
            </a:solidFill>
            <a:prstDash val="solid"/>
            <a:round/>
            <a:headEnd type="none" w="sm" len="sm"/>
            <a:tailEnd type="none" w="sm" len="sm"/>
          </a:ln>
        </p:spPr>
        <p:txBody>
          <a:bodyPr spcFirstLastPara="1" wrap="square" lIns="266700" tIns="238125" rIns="266700" bIns="238125"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صورة كبيرة" preserve="0" showMasterPhAnim="0" showMasterSp="1" userDrawn="1">
  <p:cSld name="صورة كبيرة">
    <p:bg>
      <p:bgPr shadeToTitle="0">
        <a:solidFill>
          <a:srgbClr val="12183F"/>
        </a:solidFill>
      </p:bgPr>
    </p:bg>
    <p:spTree>
      <p:nvGrpSpPr>
        <p:cNvPr id="1" name=""/>
        <p:cNvGrpSpPr/>
        <p:nvPr/>
      </p:nvGrpSpPr>
      <p:grpSpPr bwMode="auto">
        <a:xfrm>
          <a:off x="0" y="0"/>
          <a:ext cx="0" cy="0"/>
          <a:chOff x="0" y="0"/>
          <a:chExt cx="0" cy="0"/>
        </a:xfrm>
      </p:grpSpPr>
      <p:pic>
        <p:nvPicPr>
          <p:cNvPr id="110522306" name="Google Shape;251;p51"/>
          <p:cNvPicPr/>
          <p:nvPr/>
        </p:nvPicPr>
        <p:blipFill rotWithShape="1">
          <a:blip r:embed="rId2">
            <a:alphaModFix/>
          </a:blip>
          <a:srcRect l="0" t="0" r="0" b="0"/>
          <a:stretch/>
        </p:blipFill>
        <p:spPr bwMode="auto">
          <a:xfrm>
            <a:off x="0" y="0"/>
            <a:ext cx="18288000" cy="10287000"/>
          </a:xfrm>
          <a:prstGeom prst="rect">
            <a:avLst/>
          </a:prstGeom>
          <a:noFill/>
          <a:ln>
            <a:noFill/>
          </a:ln>
        </p:spPr>
      </p:pic>
      <p:sp>
        <p:nvSpPr>
          <p:cNvPr id="473297551" name="Google Shape;252;p51"/>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1401215851" name="Google Shape;253;p51"/>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1344252983" name="Google Shape;254;p51"/>
          <p:cNvSpPr/>
          <p:nvPr>
            <p:ph type="pic" idx="2"/>
          </p:nvPr>
        </p:nvSpPr>
        <p:spPr bwMode="auto">
          <a:xfrm>
            <a:off x="1047750" y="666750"/>
            <a:ext cx="16192500" cy="6953250"/>
          </a:xfrm>
          <a:prstGeom prst="rect">
            <a:avLst/>
          </a:prstGeom>
          <a:solidFill>
            <a:srgbClr val="161D48"/>
          </a:solidFill>
          <a:ln w="11425" cap="flat" cmpd="sng">
            <a:solidFill>
              <a:srgbClr val="4A5590"/>
            </a:solidFill>
            <a:prstDash val="solid"/>
            <a:round/>
            <a:headEnd type="none" w="sm" len="sm"/>
            <a:tailEnd type="none" w="sm" len="sm"/>
          </a:ln>
        </p:spPr>
      </p:sp>
      <p:sp>
        <p:nvSpPr>
          <p:cNvPr id="419016231" name="Google Shape;255;p51"/>
          <p:cNvSpPr txBox="1"/>
          <p:nvPr>
            <p:ph type="title"/>
          </p:nvPr>
        </p:nvSpPr>
        <p:spPr bwMode="auto">
          <a:xfrm>
            <a:off x="2190750" y="7962900"/>
            <a:ext cx="14763750" cy="8382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22675682" name="Google Shape;256;p51"/>
          <p:cNvSpPr txBox="1"/>
          <p:nvPr>
            <p:ph type="body" idx="1"/>
          </p:nvPr>
        </p:nvSpPr>
        <p:spPr bwMode="auto">
          <a:xfrm>
            <a:off x="2190750" y="8896350"/>
            <a:ext cx="14763750" cy="4286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معرض الصور" preserve="0" showMasterPhAnim="0" showMasterSp="1" userDrawn="1">
  <p:cSld name="معرض الصور">
    <p:bg>
      <p:bgPr shadeToTitle="0">
        <a:solidFill>
          <a:srgbClr val="12183F"/>
        </a:solidFill>
      </p:bgPr>
    </p:bg>
    <p:spTree>
      <p:nvGrpSpPr>
        <p:cNvPr id="1" name=""/>
        <p:cNvGrpSpPr/>
        <p:nvPr/>
      </p:nvGrpSpPr>
      <p:grpSpPr bwMode="auto">
        <a:xfrm>
          <a:off x="0" y="0"/>
          <a:ext cx="0" cy="0"/>
          <a:chOff x="0" y="0"/>
          <a:chExt cx="0" cy="0"/>
        </a:xfrm>
      </p:grpSpPr>
      <p:pic>
        <p:nvPicPr>
          <p:cNvPr id="1379334893" name="Google Shape;258;p52"/>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954788581" name="Google Shape;259;p52"/>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1995819135" name="Google Shape;260;p52"/>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502245197" name="Google Shape;261;p52"/>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314175830" name="Google Shape;262;p52"/>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1181925667" name="Google Shape;263;p52"/>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1555156940" name="Google Shape;264;p52"/>
          <p:cNvSpPr/>
          <p:nvPr>
            <p:ph type="pic" idx="2"/>
          </p:nvPr>
        </p:nvSpPr>
        <p:spPr bwMode="auto">
          <a:xfrm>
            <a:off x="12382500" y="3714750"/>
            <a:ext cx="4762500" cy="4286250"/>
          </a:xfrm>
          <a:prstGeom prst="rect">
            <a:avLst/>
          </a:prstGeom>
          <a:solidFill>
            <a:srgbClr val="161D48"/>
          </a:solidFill>
          <a:ln w="11425" cap="flat" cmpd="sng">
            <a:solidFill>
              <a:srgbClr val="4A5590"/>
            </a:solidFill>
            <a:prstDash val="solid"/>
            <a:round/>
            <a:headEnd type="none" w="sm" len="sm"/>
            <a:tailEnd type="none" w="sm" len="sm"/>
          </a:ln>
        </p:spPr>
      </p:sp>
      <p:sp>
        <p:nvSpPr>
          <p:cNvPr id="1780378669" name="Google Shape;265;p52"/>
          <p:cNvSpPr txBox="1"/>
          <p:nvPr>
            <p:ph type="body" idx="3"/>
          </p:nvPr>
        </p:nvSpPr>
        <p:spPr bwMode="auto">
          <a:xfrm>
            <a:off x="12382500" y="8334375"/>
            <a:ext cx="4762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013065323" name="Google Shape;266;p52"/>
          <p:cNvSpPr/>
          <p:nvPr>
            <p:ph type="pic" idx="4"/>
          </p:nvPr>
        </p:nvSpPr>
        <p:spPr bwMode="auto">
          <a:xfrm>
            <a:off x="7048500" y="3714750"/>
            <a:ext cx="4762500" cy="4286250"/>
          </a:xfrm>
          <a:prstGeom prst="rect">
            <a:avLst/>
          </a:prstGeom>
          <a:solidFill>
            <a:srgbClr val="161D48"/>
          </a:solidFill>
          <a:ln w="11425" cap="flat" cmpd="sng">
            <a:solidFill>
              <a:srgbClr val="4A5590"/>
            </a:solidFill>
            <a:prstDash val="solid"/>
            <a:round/>
            <a:headEnd type="none" w="sm" len="sm"/>
            <a:tailEnd type="none" w="sm" len="sm"/>
          </a:ln>
        </p:spPr>
      </p:sp>
      <p:sp>
        <p:nvSpPr>
          <p:cNvPr id="951484703" name="Google Shape;267;p52"/>
          <p:cNvSpPr txBox="1"/>
          <p:nvPr>
            <p:ph type="body" idx="5"/>
          </p:nvPr>
        </p:nvSpPr>
        <p:spPr bwMode="auto">
          <a:xfrm>
            <a:off x="7048500" y="8334375"/>
            <a:ext cx="4762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729030356" name="Google Shape;268;p52"/>
          <p:cNvSpPr/>
          <p:nvPr>
            <p:ph type="pic" idx="6"/>
          </p:nvPr>
        </p:nvSpPr>
        <p:spPr bwMode="auto">
          <a:xfrm>
            <a:off x="1714500" y="3714750"/>
            <a:ext cx="4762500" cy="4286250"/>
          </a:xfrm>
          <a:prstGeom prst="rect">
            <a:avLst/>
          </a:prstGeom>
          <a:solidFill>
            <a:srgbClr val="161D48"/>
          </a:solidFill>
          <a:ln w="11425" cap="flat" cmpd="sng">
            <a:solidFill>
              <a:srgbClr val="4A5590"/>
            </a:solidFill>
            <a:prstDash val="solid"/>
            <a:round/>
            <a:headEnd type="none" w="sm" len="sm"/>
            <a:tailEnd type="none" w="sm" len="sm"/>
          </a:ln>
        </p:spPr>
      </p:sp>
      <p:sp>
        <p:nvSpPr>
          <p:cNvPr id="1793726677" name="Google Shape;269;p52"/>
          <p:cNvSpPr txBox="1"/>
          <p:nvPr>
            <p:ph type="body" idx="7"/>
          </p:nvPr>
        </p:nvSpPr>
        <p:spPr bwMode="auto">
          <a:xfrm>
            <a:off x="1714500" y="8334375"/>
            <a:ext cx="4762500" cy="61912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أيقونات الهوية" preserve="0" showMasterPhAnim="0" showMasterSp="1" userDrawn="1">
  <p:cSld name="أيقونات الهوية">
    <p:bg>
      <p:bgPr shadeToTitle="0">
        <a:solidFill>
          <a:srgbClr val="12183F"/>
        </a:solidFill>
      </p:bgPr>
    </p:bg>
    <p:spTree>
      <p:nvGrpSpPr>
        <p:cNvPr id="1" name=""/>
        <p:cNvGrpSpPr/>
        <p:nvPr/>
      </p:nvGrpSpPr>
      <p:grpSpPr bwMode="auto">
        <a:xfrm>
          <a:off x="0" y="0"/>
          <a:ext cx="0" cy="0"/>
          <a:chOff x="0" y="0"/>
          <a:chExt cx="0" cy="0"/>
        </a:xfrm>
      </p:grpSpPr>
      <p:pic>
        <p:nvPicPr>
          <p:cNvPr id="936963611" name="Google Shape;271;p53"/>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973055476" name="Google Shape;272;p53"/>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1323060129" name="Google Shape;273;p53"/>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078008934" name="Google Shape;274;p53"/>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842607673" name="Google Shape;275;p53"/>
          <p:cNvSpPr txBox="1"/>
          <p:nvPr>
            <p:ph type="body" idx="2"/>
          </p:nvPr>
        </p:nvSpPr>
        <p:spPr bwMode="auto">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918671250" name="Google Shape;276;p53"/>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238276014" name="Google Shape;277;p53"/>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918136148" name="Google Shape;278;p53"/>
          <p:cNvSpPr txBox="1"/>
          <p:nvPr>
            <p:ph type="body" idx="3"/>
          </p:nvPr>
        </p:nvSpPr>
        <p:spPr bwMode="auto">
          <a:xfrm>
            <a:off x="137160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855826593" name="Google Shape;279;p53"/>
          <p:cNvSpPr txBox="1"/>
          <p:nvPr>
            <p:ph type="body" idx="4"/>
          </p:nvPr>
        </p:nvSpPr>
        <p:spPr bwMode="auto">
          <a:xfrm>
            <a:off x="137160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446538448" name="Google Shape;280;p53"/>
          <p:cNvSpPr txBox="1"/>
          <p:nvPr>
            <p:ph type="body" idx="5"/>
          </p:nvPr>
        </p:nvSpPr>
        <p:spPr bwMode="auto">
          <a:xfrm>
            <a:off x="97155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292513340" name="Google Shape;281;p53"/>
          <p:cNvSpPr txBox="1"/>
          <p:nvPr>
            <p:ph type="body" idx="6"/>
          </p:nvPr>
        </p:nvSpPr>
        <p:spPr bwMode="auto">
          <a:xfrm>
            <a:off x="97155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666498410" name="Google Shape;282;p53"/>
          <p:cNvSpPr txBox="1"/>
          <p:nvPr>
            <p:ph type="body" idx="7"/>
          </p:nvPr>
        </p:nvSpPr>
        <p:spPr bwMode="auto">
          <a:xfrm>
            <a:off x="57150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977031271" name="Google Shape;283;p53"/>
          <p:cNvSpPr txBox="1"/>
          <p:nvPr>
            <p:ph type="body" idx="8"/>
          </p:nvPr>
        </p:nvSpPr>
        <p:spPr bwMode="auto">
          <a:xfrm>
            <a:off x="57150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295200968" name="Google Shape;284;p53"/>
          <p:cNvSpPr txBox="1"/>
          <p:nvPr>
            <p:ph type="body" idx="9"/>
          </p:nvPr>
        </p:nvSpPr>
        <p:spPr bwMode="auto">
          <a:xfrm>
            <a:off x="1714500" y="6048375"/>
            <a:ext cx="352425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64603586" name="Google Shape;285;p53"/>
          <p:cNvSpPr txBox="1"/>
          <p:nvPr>
            <p:ph type="body" idx="13"/>
          </p:nvPr>
        </p:nvSpPr>
        <p:spPr bwMode="auto">
          <a:xfrm>
            <a:off x="1714500" y="7162800"/>
            <a:ext cx="3524250" cy="1171575"/>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مقارنة خيارين" preserve="0" showMasterPhAnim="0" showMasterSp="1" userDrawn="1">
  <p:cSld name="مقارنة خيارين">
    <p:bg>
      <p:bgPr shadeToTitle="0">
        <a:solidFill>
          <a:srgbClr val="12183F"/>
        </a:solidFill>
      </p:bgPr>
    </p:bg>
    <p:spTree>
      <p:nvGrpSpPr>
        <p:cNvPr id="1" name=""/>
        <p:cNvGrpSpPr/>
        <p:nvPr/>
      </p:nvGrpSpPr>
      <p:grpSpPr bwMode="auto">
        <a:xfrm>
          <a:off x="0" y="0"/>
          <a:ext cx="0" cy="0"/>
          <a:chOff x="0" y="0"/>
          <a:chExt cx="0" cy="0"/>
        </a:xfrm>
      </p:grpSpPr>
      <p:pic>
        <p:nvPicPr>
          <p:cNvPr id="327935970" name="Google Shape;287;p54"/>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1805723973" name="Google Shape;288;p54"/>
          <p:cNvPicPr/>
          <p:nvPr/>
        </p:nvPicPr>
        <p:blipFill rotWithShape="1">
          <a:blip r:embed="rId3">
            <a:alphaModFix/>
          </a:blip>
          <a:srcRect l="0" t="0" r="0" b="0"/>
          <a:stretch/>
        </p:blipFill>
        <p:spPr bwMode="auto">
          <a:xfrm>
            <a:off x="1066800" y="693967"/>
            <a:ext cx="3429000" cy="879016"/>
          </a:xfrm>
          <a:prstGeom prst="rect">
            <a:avLst/>
          </a:prstGeom>
          <a:noFill/>
          <a:ln>
            <a:noFill/>
          </a:ln>
        </p:spPr>
      </p:pic>
      <p:sp>
        <p:nvSpPr>
          <p:cNvPr id="458581965" name="Google Shape;289;p54"/>
          <p:cNvSpPr txBox="1"/>
          <p:nvPr>
            <p:ph type="body" idx="1"/>
          </p:nvPr>
        </p:nvSpPr>
        <p:spPr bwMode="auto">
          <a:xfrm>
            <a:off x="10668000" y="1028700"/>
            <a:ext cx="6477000" cy="4191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60899672" name="Google Shape;290;p54"/>
          <p:cNvSpPr txBox="1"/>
          <p:nvPr>
            <p:ph type="title"/>
          </p:nvPr>
        </p:nvSpPr>
        <p:spPr bwMode="auto">
          <a:xfrm>
            <a:off x="1714500" y="1809750"/>
            <a:ext cx="15430500" cy="95250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011707635" name="Google Shape;291;p54"/>
          <p:cNvSpPr txBox="1"/>
          <p:nvPr>
            <p:ph type="body" idx="2"/>
          </p:nvPr>
        </p:nvSpPr>
        <p:spPr bwMode="auto">
          <a:xfrm>
            <a:off x="1714500" y="2857500"/>
            <a:ext cx="15430500" cy="685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021268244" name="Google Shape;292;p54"/>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1953898891" name="Google Shape;293;p54"/>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
        <p:nvSpPr>
          <p:cNvPr id="1774416631" name="Google Shape;294;p54"/>
          <p:cNvSpPr txBox="1"/>
          <p:nvPr>
            <p:ph type="body" idx="3"/>
          </p:nvPr>
        </p:nvSpPr>
        <p:spPr bwMode="auto">
          <a:xfrm>
            <a:off x="10001250" y="3857625"/>
            <a:ext cx="7143750" cy="590549"/>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255400946" name="Google Shape;295;p54"/>
          <p:cNvSpPr txBox="1"/>
          <p:nvPr>
            <p:ph type="body" idx="4"/>
          </p:nvPr>
        </p:nvSpPr>
        <p:spPr bwMode="auto">
          <a:xfrm>
            <a:off x="10001250" y="4562475"/>
            <a:ext cx="7143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2016502916" name="Google Shape;296;p54"/>
          <p:cNvSpPr txBox="1"/>
          <p:nvPr>
            <p:ph type="body" idx="5"/>
          </p:nvPr>
        </p:nvSpPr>
        <p:spPr bwMode="auto">
          <a:xfrm>
            <a:off x="1714500" y="3857625"/>
            <a:ext cx="7143750" cy="590549"/>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463894197" name="Google Shape;297;p54"/>
          <p:cNvSpPr txBox="1"/>
          <p:nvPr>
            <p:ph type="body" idx="6"/>
          </p:nvPr>
        </p:nvSpPr>
        <p:spPr bwMode="auto">
          <a:xfrm>
            <a:off x="1714500" y="4562475"/>
            <a:ext cx="7143750" cy="106680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431121048" name="Google Shape;298;p54"/>
          <p:cNvSpPr txBox="1"/>
          <p:nvPr>
            <p:ph type="body" idx="7"/>
          </p:nvPr>
        </p:nvSpPr>
        <p:spPr bwMode="auto">
          <a:xfrm>
            <a:off x="10001250" y="5905500"/>
            <a:ext cx="7143750" cy="2952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233217656" name="Google Shape;299;p54"/>
          <p:cNvSpPr txBox="1"/>
          <p:nvPr>
            <p:ph type="body" idx="8"/>
          </p:nvPr>
        </p:nvSpPr>
        <p:spPr bwMode="auto">
          <a:xfrm>
            <a:off x="1714500" y="5905500"/>
            <a:ext cx="7143750" cy="2952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فارغة داكنة" preserve="0" showMasterPhAnim="0" showMasterSp="1" userDrawn="1">
  <p:cSld name="فارغة داكنة">
    <p:bg>
      <p:bgPr shadeToTitle="0">
        <a:solidFill>
          <a:srgbClr val="12183F"/>
        </a:solidFill>
      </p:bgPr>
    </p:bg>
    <p:spTree>
      <p:nvGrpSpPr>
        <p:cNvPr id="1" name=""/>
        <p:cNvGrpSpPr/>
        <p:nvPr/>
      </p:nvGrpSpPr>
      <p:grpSpPr bwMode="auto">
        <a:xfrm>
          <a:off x="0" y="0"/>
          <a:ext cx="0" cy="0"/>
          <a:chOff x="0" y="0"/>
          <a:chExt cx="0" cy="0"/>
        </a:xfrm>
      </p:grpSpPr>
      <p:pic>
        <p:nvPicPr>
          <p:cNvPr id="1203182443" name="Google Shape;301;p55"/>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1477077023" name="Google Shape;302;p55"/>
          <p:cNvPicPr/>
          <p:nvPr/>
        </p:nvPicPr>
        <p:blipFill rotWithShape="1">
          <a:blip r:embed="rId3">
            <a:alphaModFix/>
          </a:blip>
          <a:srcRect l="0" t="0" r="0" b="0"/>
          <a:stretch/>
        </p:blipFill>
        <p:spPr bwMode="auto">
          <a:xfrm>
            <a:off x="1066800" y="722542"/>
            <a:ext cx="3429000" cy="879016"/>
          </a:xfrm>
          <a:prstGeom prst="rect">
            <a:avLst/>
          </a:prstGeom>
          <a:noFill/>
          <a:ln>
            <a:noFill/>
          </a:ln>
        </p:spPr>
      </p:pic>
      <p:sp>
        <p:nvSpPr>
          <p:cNvPr id="1339526755" name="Google Shape;303;p55"/>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sp>
        <p:nvSpPr>
          <p:cNvPr id="69497974" name="Google Shape;304;p55"/>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8E99CC"/>
                </a:solidFill>
                <a:latin typeface="Readex Pro"/>
                <a:ea typeface="Readex Pro"/>
                <a:cs typeface="Readex Pro"/>
              </a:defRPr>
            </a:lvl1pPr>
            <a:lvl2pPr marL="0" marR="0" lvl="1" indent="0" algn="l" rtl="0">
              <a:spcBef>
                <a:spcPts val="0"/>
              </a:spcBef>
              <a:buNone/>
              <a:defRPr sz="1800" b="0">
                <a:solidFill>
                  <a:srgbClr val="8E99CC"/>
                </a:solidFill>
                <a:latin typeface="Readex Pro"/>
                <a:ea typeface="Readex Pro"/>
                <a:cs typeface="Readex Pro"/>
              </a:defRPr>
            </a:lvl2pPr>
            <a:lvl3pPr marL="0" marR="0" lvl="2" indent="0" algn="l" rtl="0">
              <a:spcBef>
                <a:spcPts val="0"/>
              </a:spcBef>
              <a:buNone/>
              <a:defRPr sz="1800" b="0">
                <a:solidFill>
                  <a:srgbClr val="8E99CC"/>
                </a:solidFill>
                <a:latin typeface="Readex Pro"/>
                <a:ea typeface="Readex Pro"/>
                <a:cs typeface="Readex Pro"/>
              </a:defRPr>
            </a:lvl3pPr>
            <a:lvl4pPr marL="0" marR="0" lvl="3" indent="0" algn="l" rtl="0">
              <a:spcBef>
                <a:spcPts val="0"/>
              </a:spcBef>
              <a:buNone/>
              <a:defRPr sz="1800" b="0">
                <a:solidFill>
                  <a:srgbClr val="8E99CC"/>
                </a:solidFill>
                <a:latin typeface="Readex Pro"/>
                <a:ea typeface="Readex Pro"/>
                <a:cs typeface="Readex Pro"/>
              </a:defRPr>
            </a:lvl4pPr>
            <a:lvl5pPr marL="0" marR="0" lvl="4" indent="0" algn="l" rtl="0">
              <a:spcBef>
                <a:spcPts val="0"/>
              </a:spcBef>
              <a:buNone/>
              <a:defRPr sz="1800" b="0">
                <a:solidFill>
                  <a:srgbClr val="8E99CC"/>
                </a:solidFill>
                <a:latin typeface="Readex Pro"/>
                <a:ea typeface="Readex Pro"/>
                <a:cs typeface="Readex Pro"/>
              </a:defRPr>
            </a:lvl5pPr>
            <a:lvl6pPr marL="0" marR="0" lvl="5" indent="0" algn="l" rtl="0">
              <a:spcBef>
                <a:spcPts val="0"/>
              </a:spcBef>
              <a:buNone/>
              <a:defRPr sz="1800" b="0">
                <a:solidFill>
                  <a:srgbClr val="8E99CC"/>
                </a:solidFill>
                <a:latin typeface="Readex Pro"/>
                <a:ea typeface="Readex Pro"/>
                <a:cs typeface="Readex Pro"/>
              </a:defRPr>
            </a:lvl6pPr>
            <a:lvl7pPr marL="0" marR="0" lvl="6" indent="0" algn="l" rtl="0">
              <a:spcBef>
                <a:spcPts val="0"/>
              </a:spcBef>
              <a:buNone/>
              <a:defRPr sz="1800" b="0">
                <a:solidFill>
                  <a:srgbClr val="8E99CC"/>
                </a:solidFill>
                <a:latin typeface="Readex Pro"/>
                <a:ea typeface="Readex Pro"/>
                <a:cs typeface="Readex Pro"/>
              </a:defRPr>
            </a:lvl7pPr>
            <a:lvl8pPr marL="0" marR="0" lvl="7" indent="0" algn="l" rtl="0">
              <a:spcBef>
                <a:spcPts val="0"/>
              </a:spcBef>
              <a:buNone/>
              <a:defRPr sz="1800" b="0">
                <a:solidFill>
                  <a:srgbClr val="8E99CC"/>
                </a:solidFill>
                <a:latin typeface="Readex Pro"/>
                <a:ea typeface="Readex Pro"/>
                <a:cs typeface="Readex Pro"/>
              </a:defRPr>
            </a:lvl8pPr>
            <a:lvl9pPr marL="0" marR="0" lvl="8" indent="0" algn="l" rtl="0">
              <a:spcBef>
                <a:spcPts val="0"/>
              </a:spcBef>
              <a:buNone/>
              <a:defRPr sz="1800" b="0">
                <a:solidFill>
                  <a:srgbClr val="8E99CC"/>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فارغة فاتحة" preserve="0" showMasterPhAnim="0" showMasterSp="1" userDrawn="1">
  <p:cSld name="فارغة فاتحة">
    <p:bg>
      <p:bgPr shadeToTitle="0">
        <a:solidFill>
          <a:srgbClr val="F2F4FF"/>
        </a:solidFill>
      </p:bgPr>
    </p:bg>
    <p:spTree>
      <p:nvGrpSpPr>
        <p:cNvPr id="1" name=""/>
        <p:cNvGrpSpPr/>
        <p:nvPr/>
      </p:nvGrpSpPr>
      <p:grpSpPr bwMode="auto">
        <a:xfrm>
          <a:off x="0" y="0"/>
          <a:ext cx="0" cy="0"/>
          <a:chOff x="0" y="0"/>
          <a:chExt cx="0" cy="0"/>
        </a:xfrm>
      </p:grpSpPr>
      <p:pic>
        <p:nvPicPr>
          <p:cNvPr id="1453796308" name="Google Shape;306;p56"/>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2019041056" name="Google Shape;307;p56"/>
          <p:cNvPicPr/>
          <p:nvPr/>
        </p:nvPicPr>
        <p:blipFill rotWithShape="1">
          <a:blip r:embed="rId3">
            <a:alphaModFix/>
          </a:blip>
          <a:srcRect l="0" t="0" r="0" b="0"/>
          <a:stretch/>
        </p:blipFill>
        <p:spPr bwMode="auto">
          <a:xfrm>
            <a:off x="1245010" y="685800"/>
            <a:ext cx="3072581" cy="952500"/>
          </a:xfrm>
          <a:prstGeom prst="rect">
            <a:avLst/>
          </a:prstGeom>
          <a:noFill/>
          <a:ln>
            <a:noFill/>
          </a:ln>
        </p:spPr>
      </p:pic>
      <p:sp>
        <p:nvSpPr>
          <p:cNvPr id="105461065" name="Google Shape;308;p56"/>
          <p:cNvSpPr/>
          <p:nvPr/>
        </p:nvSpPr>
        <p:spPr bwMode="auto">
          <a:xfrm>
            <a:off x="8001000" y="9467850"/>
            <a:ext cx="9144000" cy="40005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4A5590"/>
                </a:solidFill>
                <a:latin typeface="Readex Pro"/>
                <a:ea typeface="Readex Pro"/>
                <a:cs typeface="Readex Pro"/>
              </a:rPr>
              <a:t>تحدي الذكاء الاصطناعي في خدمة المحتوى الإسلامي</a:t>
            </a:r>
            <a:endParaRPr/>
          </a:p>
        </p:txBody>
      </p:sp>
      <p:sp>
        <p:nvSpPr>
          <p:cNvPr id="1309735149" name="Google Shape;309;p56"/>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800" b="0">
                <a:solidFill>
                  <a:srgbClr val="4A5590"/>
                </a:solidFill>
                <a:latin typeface="Readex Pro"/>
                <a:ea typeface="Readex Pro"/>
                <a:cs typeface="Readex Pro"/>
              </a:defRPr>
            </a:lvl1pPr>
            <a:lvl2pPr marL="0" marR="0" lvl="1" indent="0" algn="l" rtl="0">
              <a:spcBef>
                <a:spcPts val="0"/>
              </a:spcBef>
              <a:buNone/>
              <a:defRPr sz="1800" b="0">
                <a:solidFill>
                  <a:srgbClr val="4A5590"/>
                </a:solidFill>
                <a:latin typeface="Readex Pro"/>
                <a:ea typeface="Readex Pro"/>
                <a:cs typeface="Readex Pro"/>
              </a:defRPr>
            </a:lvl2pPr>
            <a:lvl3pPr marL="0" marR="0" lvl="2" indent="0" algn="l" rtl="0">
              <a:spcBef>
                <a:spcPts val="0"/>
              </a:spcBef>
              <a:buNone/>
              <a:defRPr sz="1800" b="0">
                <a:solidFill>
                  <a:srgbClr val="4A5590"/>
                </a:solidFill>
                <a:latin typeface="Readex Pro"/>
                <a:ea typeface="Readex Pro"/>
                <a:cs typeface="Readex Pro"/>
              </a:defRPr>
            </a:lvl3pPr>
            <a:lvl4pPr marL="0" marR="0" lvl="3" indent="0" algn="l" rtl="0">
              <a:spcBef>
                <a:spcPts val="0"/>
              </a:spcBef>
              <a:buNone/>
              <a:defRPr sz="1800" b="0">
                <a:solidFill>
                  <a:srgbClr val="4A5590"/>
                </a:solidFill>
                <a:latin typeface="Readex Pro"/>
                <a:ea typeface="Readex Pro"/>
                <a:cs typeface="Readex Pro"/>
              </a:defRPr>
            </a:lvl4pPr>
            <a:lvl5pPr marL="0" marR="0" lvl="4" indent="0" algn="l" rtl="0">
              <a:spcBef>
                <a:spcPts val="0"/>
              </a:spcBef>
              <a:buNone/>
              <a:defRPr sz="1800" b="0">
                <a:solidFill>
                  <a:srgbClr val="4A5590"/>
                </a:solidFill>
                <a:latin typeface="Readex Pro"/>
                <a:ea typeface="Readex Pro"/>
                <a:cs typeface="Readex Pro"/>
              </a:defRPr>
            </a:lvl5pPr>
            <a:lvl6pPr marL="0" marR="0" lvl="5" indent="0" algn="l" rtl="0">
              <a:spcBef>
                <a:spcPts val="0"/>
              </a:spcBef>
              <a:buNone/>
              <a:defRPr sz="1800" b="0">
                <a:solidFill>
                  <a:srgbClr val="4A5590"/>
                </a:solidFill>
                <a:latin typeface="Readex Pro"/>
                <a:ea typeface="Readex Pro"/>
                <a:cs typeface="Readex Pro"/>
              </a:defRPr>
            </a:lvl6pPr>
            <a:lvl7pPr marL="0" marR="0" lvl="6" indent="0" algn="l" rtl="0">
              <a:spcBef>
                <a:spcPts val="0"/>
              </a:spcBef>
              <a:buNone/>
              <a:defRPr sz="1800" b="0">
                <a:solidFill>
                  <a:srgbClr val="4A5590"/>
                </a:solidFill>
                <a:latin typeface="Readex Pro"/>
                <a:ea typeface="Readex Pro"/>
                <a:cs typeface="Readex Pro"/>
              </a:defRPr>
            </a:lvl7pPr>
            <a:lvl8pPr marL="0" marR="0" lvl="7" indent="0" algn="l" rtl="0">
              <a:spcBef>
                <a:spcPts val="0"/>
              </a:spcBef>
              <a:buNone/>
              <a:defRPr sz="1800" b="0">
                <a:solidFill>
                  <a:srgbClr val="4A5590"/>
                </a:solidFill>
                <a:latin typeface="Readex Pro"/>
                <a:ea typeface="Readex Pro"/>
                <a:cs typeface="Readex Pro"/>
              </a:defRPr>
            </a:lvl8pPr>
            <a:lvl9pPr marL="0" marR="0" lvl="8" indent="0" algn="l" rtl="0">
              <a:spcBef>
                <a:spcPts val="0"/>
              </a:spcBef>
              <a:buNone/>
              <a:defRPr sz="1800" b="0">
                <a:solidFill>
                  <a:srgbClr val="4A5590"/>
                </a:solidFill>
                <a:latin typeface="Readex Pro"/>
                <a:ea typeface="Readex Pro"/>
                <a:cs typeface="Readex Pro"/>
              </a:defRPr>
            </a:lvl9pPr>
          </a:lstStyle>
          <a:p>
            <a:pPr marL="0" lvl="0" indent="0" algn="l" rtl="0">
              <a:spcBef>
                <a:spcPts val="0"/>
              </a:spcBef>
              <a:spcAft>
                <a:spcPts val="0"/>
              </a:spcAft>
              <a:buNone/>
              <a:defRPr/>
            </a:pPr>
            <a:fld id="{00000000-1234-1234-1234-123412341234}" type="slidenum">
              <a:rPr lang="ar-SA"/>
              <a:t>‹#›</a:t>
            </a:fld>
            <a:endParaRPr sz="1400">
              <a:solidFill>
                <a:srgbClr val="000000"/>
              </a:solidFill>
              <a:latin typeface="Arial"/>
              <a:ea typeface="Arial"/>
              <a:cs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ختام العرض" preserve="0" showMasterPhAnim="0" showMasterSp="1" userDrawn="1">
  <p:cSld name="ختام العرض">
    <p:bg>
      <p:bgPr shadeToTitle="0">
        <a:solidFill>
          <a:srgbClr val="12183F"/>
        </a:solidFill>
      </p:bgPr>
    </p:bg>
    <p:spTree>
      <p:nvGrpSpPr>
        <p:cNvPr id="1" name=""/>
        <p:cNvGrpSpPr/>
        <p:nvPr/>
      </p:nvGrpSpPr>
      <p:grpSpPr bwMode="auto">
        <a:xfrm>
          <a:off x="0" y="0"/>
          <a:ext cx="0" cy="0"/>
          <a:chOff x="0" y="0"/>
          <a:chExt cx="0" cy="0"/>
        </a:xfrm>
      </p:grpSpPr>
      <p:pic>
        <p:nvPicPr>
          <p:cNvPr id="30177597" name="Google Shape;311;p57"/>
          <p:cNvPicPr/>
          <p:nvPr/>
        </p:nvPicPr>
        <p:blipFill rotWithShape="1">
          <a:blip r:embed="rId2">
            <a:alphaModFix/>
          </a:blip>
          <a:srcRect l="0" t="0" r="0" b="0"/>
          <a:stretch/>
        </p:blipFill>
        <p:spPr bwMode="auto">
          <a:xfrm>
            <a:off x="0" y="0"/>
            <a:ext cx="18288000" cy="10287000"/>
          </a:xfrm>
          <a:prstGeom prst="rect">
            <a:avLst/>
          </a:prstGeom>
          <a:noFill/>
          <a:ln>
            <a:noFill/>
          </a:ln>
        </p:spPr>
      </p:pic>
      <p:pic>
        <p:nvPicPr>
          <p:cNvPr id="607464999" name="Google Shape;312;p57"/>
          <p:cNvPicPr/>
          <p:nvPr/>
        </p:nvPicPr>
        <p:blipFill rotWithShape="1">
          <a:blip r:embed="rId3">
            <a:alphaModFix/>
          </a:blip>
          <a:srcRect l="0" t="0" r="0" b="0"/>
          <a:stretch/>
        </p:blipFill>
        <p:spPr bwMode="auto">
          <a:xfrm>
            <a:off x="5810250" y="1336151"/>
            <a:ext cx="6667500" cy="1709198"/>
          </a:xfrm>
          <a:prstGeom prst="rect">
            <a:avLst/>
          </a:prstGeom>
          <a:noFill/>
          <a:ln>
            <a:noFill/>
          </a:ln>
        </p:spPr>
      </p:pic>
      <p:pic>
        <p:nvPicPr>
          <p:cNvPr id="1088934165" name="Google Shape;313;p57"/>
          <p:cNvPicPr/>
          <p:nvPr/>
        </p:nvPicPr>
        <p:blipFill rotWithShape="1">
          <a:blip r:embed="rId4">
            <a:alphaModFix/>
          </a:blip>
          <a:srcRect l="0" t="0" r="0" b="0"/>
          <a:stretch/>
        </p:blipFill>
        <p:spPr bwMode="auto">
          <a:xfrm>
            <a:off x="10669484" y="8524875"/>
            <a:ext cx="3045029" cy="1562100"/>
          </a:xfrm>
          <a:prstGeom prst="rect">
            <a:avLst/>
          </a:prstGeom>
          <a:noFill/>
          <a:ln>
            <a:noFill/>
          </a:ln>
        </p:spPr>
      </p:pic>
      <p:pic>
        <p:nvPicPr>
          <p:cNvPr id="1942458417" name="Google Shape;314;p57"/>
          <p:cNvPicPr/>
          <p:nvPr/>
        </p:nvPicPr>
        <p:blipFill rotWithShape="1">
          <a:blip r:embed="rId5">
            <a:alphaModFix/>
          </a:blip>
          <a:srcRect l="4300" t="16000" r="69700" b="16000"/>
          <a:stretch/>
        </p:blipFill>
        <p:spPr bwMode="auto">
          <a:xfrm>
            <a:off x="4857750" y="8629650"/>
            <a:ext cx="3810000" cy="1476375"/>
          </a:xfrm>
          <a:prstGeom prst="rect">
            <a:avLst/>
          </a:prstGeom>
          <a:noFill/>
          <a:ln>
            <a:noFill/>
          </a:ln>
        </p:spPr>
      </p:pic>
      <p:sp>
        <p:nvSpPr>
          <p:cNvPr id="425334873" name="Google Shape;315;p57"/>
          <p:cNvSpPr txBox="1"/>
          <p:nvPr>
            <p:ph type="title"/>
          </p:nvPr>
        </p:nvSpPr>
        <p:spPr bwMode="auto">
          <a:xfrm>
            <a:off x="3810000" y="4048125"/>
            <a:ext cx="10668000" cy="1428750"/>
          </a:xfrm>
          <a:prstGeom prst="rect">
            <a:avLst/>
          </a:prstGeom>
          <a:noFill/>
          <a:ln>
            <a:noFill/>
          </a:ln>
        </p:spPr>
        <p:txBody>
          <a:bodyPr spcFirstLastPara="1" wrap="square" lIns="0" tIns="0" rIns="0" bIns="0" anchor="t" anchorCtr="0">
            <a:noAutofit/>
          </a:bodyPr>
          <a:lstStyle>
            <a:lvl1pPr marR="0" lvl="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R="0" lvl="1"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389437671" name="Google Shape;316;p57"/>
          <p:cNvSpPr txBox="1"/>
          <p:nvPr>
            <p:ph type="body" idx="1"/>
          </p:nvPr>
        </p:nvSpPr>
        <p:spPr bwMode="auto">
          <a:xfrm>
            <a:off x="3810000" y="5905500"/>
            <a:ext cx="10668000" cy="7429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
        <p:nvSpPr>
          <p:cNvPr id="1004567472" name="Google Shape;317;p57"/>
          <p:cNvSpPr txBox="1"/>
          <p:nvPr>
            <p:ph type="body" idx="2"/>
          </p:nvPr>
        </p:nvSpPr>
        <p:spPr bwMode="auto">
          <a:xfrm>
            <a:off x="3810000" y="7000875"/>
            <a:ext cx="10668000" cy="666750"/>
          </a:xfrm>
          <a:prstGeom prst="rect">
            <a:avLst/>
          </a:prstGeom>
          <a:noFill/>
          <a:ln>
            <a:noFill/>
          </a:ln>
        </p:spPr>
        <p:txBody>
          <a:bodyPr spcFirstLastPara="1" wrap="square" lIns="0" tIns="0" rIns="0" bIns="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1pPr>
            <a:lvl2pPr marL="914400" marR="0" lvl="1" indent="-228600" algn="r" rtl="1">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Readex Pro"/>
                <a:ea typeface="Readex Pro"/>
                <a:cs typeface="Readex Pro"/>
              </a:defRPr>
            </a:lvl9pPr>
          </a:lstStyle>
          <a:p>
            <a:pPr>
              <a:defRPr/>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2183F"/>
        </a:solidFill>
      </p:bgPr>
    </p:bg>
    <p:spTree>
      <p:nvGrpSpPr>
        <p:cNvPr id="1" name=""/>
        <p:cNvGrpSpPr/>
        <p:nvPr/>
      </p:nvGrpSpPr>
      <p:grpSpPr bwMode="auto">
        <a:xfrm>
          <a:off x="0" y="0"/>
          <a:ext cx="0" cy="0"/>
          <a:chOff x="0" y="0"/>
          <a:chExt cx="0" cy="0"/>
        </a:xfrm>
      </p:grpSpPr>
      <p:pic>
        <p:nvPicPr>
          <p:cNvPr id="1637259990" name="Google Shape;484;p8"/>
          <p:cNvPicPr/>
          <p:nvPr/>
        </p:nvPicPr>
        <p:blipFill rotWithShape="1">
          <a:blip r:embed="rId3">
            <a:alphaModFix/>
          </a:blip>
          <a:srcRect l="0" t="0" r="0" b="0"/>
          <a:stretch/>
        </p:blipFill>
        <p:spPr bwMode="auto">
          <a:xfrm>
            <a:off x="0" y="0"/>
            <a:ext cx="18288000" cy="10287000"/>
          </a:xfrm>
          <a:prstGeom prst="rect">
            <a:avLst/>
          </a:prstGeom>
          <a:noFill/>
          <a:ln>
            <a:noFill/>
          </a:ln>
        </p:spPr>
      </p:pic>
      <p:pic>
        <p:nvPicPr>
          <p:cNvPr id="240228838" name="Google Shape;485;p8" title="الصورة الرئيسية.png"/>
          <p:cNvPicPr/>
          <p:nvPr/>
        </p:nvPicPr>
        <p:blipFill rotWithShape="1">
          <a:blip r:embed="rId4">
            <a:alphaModFix/>
          </a:blip>
          <a:stretch/>
        </p:blipFill>
        <p:spPr bwMode="auto">
          <a:xfrm>
            <a:off x="195975" y="1103475"/>
            <a:ext cx="9312476" cy="8603123"/>
          </a:xfrm>
          <a:prstGeom prst="rect">
            <a:avLst/>
          </a:prstGeom>
          <a:noFill/>
          <a:ln>
            <a:noFill/>
          </a:ln>
        </p:spPr>
      </p:pic>
      <p:sp>
        <p:nvSpPr>
          <p:cNvPr id="645756628" name="Google Shape;486;p8"/>
          <p:cNvSpPr txBox="1"/>
          <p:nvPr>
            <p:ph type="title"/>
          </p:nvPr>
        </p:nvSpPr>
        <p:spPr bwMode="auto">
          <a:xfrm>
            <a:off x="7791450" y="3524250"/>
            <a:ext cx="9048900" cy="1333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6450"/>
              <a:buNone/>
              <a:defRPr/>
            </a:pPr>
            <a:r>
              <a:rPr lang="ar-SA" sz="6450" b="1">
                <a:solidFill>
                  <a:srgbClr val="F2F4FF"/>
                </a:solidFill>
                <a:latin typeface="Readex Pro"/>
                <a:ea typeface="Readex Pro"/>
                <a:cs typeface="Readex Pro"/>
              </a:rPr>
              <a:t>شجرة الأسانيد الذكية</a:t>
            </a:r>
            <a:endParaRPr/>
          </a:p>
        </p:txBody>
      </p:sp>
      <p:sp>
        <p:nvSpPr>
          <p:cNvPr id="549309696" name="Google Shape;487;p8"/>
          <p:cNvSpPr txBox="1"/>
          <p:nvPr>
            <p:ph type="body" idx="1"/>
          </p:nvPr>
        </p:nvSpPr>
        <p:spPr bwMode="auto">
          <a:xfrm>
            <a:off x="7791450" y="5334000"/>
            <a:ext cx="9048900" cy="16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3300"/>
              <a:buNone/>
              <a:defRPr/>
            </a:pPr>
            <a:r>
              <a:rPr lang="ar-SA" sz="3300" b="0">
                <a:solidFill>
                  <a:srgbClr val="2EF2C2"/>
                </a:solidFill>
                <a:latin typeface="Readex Pro"/>
                <a:ea typeface="Readex Pro"/>
                <a:cs typeface="Readex Pro"/>
              </a:rPr>
              <a:t>أداة تحوّل نص السند إلى رسم تفاعلي، وتوثّق مصادر المعلومات بشفافية تامة.</a:t>
            </a:r>
            <a:endParaRPr/>
          </a:p>
        </p:txBody>
      </p:sp>
      <p:sp>
        <p:nvSpPr>
          <p:cNvPr id="807176078" name="Google Shape;488;p8"/>
          <p:cNvSpPr/>
          <p:nvPr/>
        </p:nvSpPr>
        <p:spPr bwMode="auto">
          <a:xfrm>
            <a:off x="1143000" y="8843963"/>
            <a:ext cx="16002000" cy="9600"/>
          </a:xfrm>
          <a:prstGeom prst="rect">
            <a:avLst/>
          </a:prstGeom>
          <a:solidFill>
            <a:srgbClr val="FFFFFF">
              <a:alpha val="12160"/>
            </a:srgbClr>
          </a:solidFill>
          <a:ln>
            <a:noFill/>
          </a:ln>
        </p:spPr>
        <p:txBody>
          <a:bodyPr spcFirstLastPara="1" wrap="square" lIns="91425" tIns="91425" rIns="91425" bIns="91425" anchor="ctr" anchorCtr="0">
            <a:noAutofit/>
          </a:bodyPr>
          <a:lstStyle/>
          <a:p>
            <a:pPr marL="0" lvl="0" indent="0" algn="r" rtl="1">
              <a:lnSpc>
                <a:spcPct val="114999"/>
              </a:lnSpc>
              <a:spcBef>
                <a:spcPts val="0"/>
              </a:spcBef>
              <a:spcAft>
                <a:spcPts val="0"/>
              </a:spcAft>
              <a:buNone/>
              <a:defRPr/>
            </a:pPr>
            <a:endParaRPr/>
          </a:p>
        </p:txBody>
      </p:sp>
      <p:sp>
        <p:nvSpPr>
          <p:cNvPr id="853403724" name="Google Shape;489;p8"/>
          <p:cNvSpPr/>
          <p:nvPr/>
        </p:nvSpPr>
        <p:spPr bwMode="auto">
          <a:xfrm>
            <a:off x="14472130" y="9120188"/>
            <a:ext cx="2358000" cy="347700"/>
          </a:xfrm>
          <a:prstGeom prst="rect">
            <a:avLst/>
          </a:prstGeom>
          <a:noFill/>
          <a:ln>
            <a:noFill/>
          </a:ln>
        </p:spPr>
        <p:txBody>
          <a:bodyPr spcFirstLastPara="1" wrap="square" lIns="25400" tIns="25400" rIns="25400" bIns="25400" anchor="ctr" anchorCtr="0">
            <a:noAutofit/>
          </a:bodyPr>
          <a:lstStyle/>
          <a:p>
            <a:pPr marL="0" marR="0" lvl="0" indent="0" algn="r" rtl="1">
              <a:lnSpc>
                <a:spcPct val="114999"/>
              </a:lnSpc>
              <a:spcBef>
                <a:spcPts val="0"/>
              </a:spcBef>
              <a:spcAft>
                <a:spcPts val="0"/>
              </a:spcAft>
              <a:buClr>
                <a:srgbClr val="8E99CC"/>
              </a:buClr>
              <a:buSzPts val="1950"/>
              <a:buFont typeface="Readex Pro"/>
              <a:buNone/>
              <a:defRPr/>
            </a:pPr>
            <a:r>
              <a:rPr lang="ar-SA" sz="1950">
                <a:solidFill>
                  <a:srgbClr val="8E99CC"/>
                </a:solidFill>
                <a:latin typeface="Readex Pro Light"/>
                <a:ea typeface="Readex Pro Light"/>
                <a:cs typeface="Readex Pro Light"/>
              </a:rPr>
              <a:t>المسار 04</a:t>
            </a:r>
            <a:endParaRPr sz="1950" i="0" u="none" strike="noStrike" cap="none">
              <a:solidFill>
                <a:srgbClr val="000000"/>
              </a:solidFill>
              <a:latin typeface="Readex Pro Light"/>
              <a:ea typeface="Readex Pro Light"/>
              <a:cs typeface="Readex Pro Light"/>
            </a:endParaRPr>
          </a:p>
        </p:txBody>
      </p:sp>
      <p:sp>
        <p:nvSpPr>
          <p:cNvPr id="1036266030" name="Google Shape;490;p8"/>
          <p:cNvSpPr/>
          <p:nvPr/>
        </p:nvSpPr>
        <p:spPr bwMode="auto">
          <a:xfrm>
            <a:off x="1397000" y="9120188"/>
            <a:ext cx="2765700" cy="347700"/>
          </a:xfrm>
          <a:prstGeom prst="rect">
            <a:avLst/>
          </a:prstGeom>
          <a:noFill/>
          <a:ln>
            <a:noFill/>
          </a:ln>
        </p:spPr>
        <p:txBody>
          <a:bodyPr spcFirstLastPara="1" wrap="square" lIns="25400" tIns="25400" rIns="25400" bIns="25400" anchor="ctr" anchorCtr="0">
            <a:noAutofit/>
          </a:bodyPr>
          <a:lstStyle/>
          <a:p>
            <a:pPr marL="0" marR="0" lvl="0" indent="0" algn="l" rtl="1">
              <a:lnSpc>
                <a:spcPct val="114999"/>
              </a:lnSpc>
              <a:spcBef>
                <a:spcPts val="0"/>
              </a:spcBef>
              <a:spcAft>
                <a:spcPts val="0"/>
              </a:spcAft>
              <a:buClr>
                <a:srgbClr val="8E99CC"/>
              </a:buClr>
              <a:buSzPts val="1950"/>
              <a:buFont typeface="Readex Pro"/>
              <a:buNone/>
              <a:defRPr/>
            </a:pPr>
            <a:r>
              <a:rPr lang="ar-SA" sz="1950">
                <a:solidFill>
                  <a:srgbClr val="8E99CC"/>
                </a:solidFill>
                <a:latin typeface="Readex Pro Light"/>
                <a:ea typeface="Readex Pro Light"/>
                <a:cs typeface="Readex Pro Light"/>
              </a:rPr>
              <a:t>أكتوبر 2026</a:t>
            </a:r>
            <a:endParaRPr sz="1950" i="0" u="none" strike="noStrike" cap="none">
              <a:solidFill>
                <a:srgbClr val="000000"/>
              </a:solidFill>
              <a:latin typeface="Readex Pro Light"/>
              <a:ea typeface="Readex Pro Light"/>
              <a:cs typeface="Readex Pro Light"/>
            </a:endParaRPr>
          </a:p>
        </p:txBody>
      </p:sp>
      <p:pic>
        <p:nvPicPr>
          <p:cNvPr id="1535635573" name="Google Shape;491;p8"/>
          <p:cNvPicPr/>
          <p:nvPr/>
        </p:nvPicPr>
        <p:blipFill rotWithShape="1">
          <a:blip r:embed="rId5">
            <a:alphaModFix/>
          </a:blip>
          <a:srcRect l="0" t="0" r="0" b="0"/>
          <a:stretch/>
        </p:blipFill>
        <p:spPr bwMode="auto">
          <a:xfrm>
            <a:off x="1078250" y="691134"/>
            <a:ext cx="6572252" cy="1684781"/>
          </a:xfrm>
          <a:prstGeom prst="rect">
            <a:avLst/>
          </a:prstGeom>
          <a:noFill/>
          <a:ln>
            <a:noFill/>
          </a:ln>
        </p:spPr>
      </p:pic>
      <p:pic>
        <p:nvPicPr>
          <p:cNvPr id="937418510" name="Google Shape;492;p8"/>
          <p:cNvPicPr/>
          <p:nvPr/>
        </p:nvPicPr>
        <p:blipFill rotWithShape="1">
          <a:blip r:embed="rId6">
            <a:alphaModFix/>
          </a:blip>
          <a:srcRect l="0" t="0" r="0" b="0"/>
          <a:stretch/>
        </p:blipFill>
        <p:spPr bwMode="auto">
          <a:xfrm>
            <a:off x="14954250" y="840995"/>
            <a:ext cx="2190750" cy="1385061"/>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2183F"/>
        </a:solidFill>
      </p:bgPr>
    </p:bg>
    <p:spTree>
      <p:nvGrpSpPr>
        <p:cNvPr id="1" name=""/>
        <p:cNvGrpSpPr/>
        <p:nvPr/>
      </p:nvGrpSpPr>
      <p:grpSpPr bwMode="auto">
        <a:xfrm>
          <a:off x="0" y="0"/>
          <a:ext cx="0" cy="0"/>
          <a:chOff x="0" y="0"/>
          <a:chExt cx="0" cy="0"/>
        </a:xfrm>
      </p:grpSpPr>
      <p:pic>
        <p:nvPicPr>
          <p:cNvPr id="568635245" name="Google Shape;556;p12"/>
          <p:cNvPicPr/>
          <p:nvPr/>
        </p:nvPicPr>
        <p:blipFill rotWithShape="1">
          <a:blip r:embed="rId3">
            <a:alphaModFix/>
          </a:blip>
          <a:srcRect l="0" t="0" r="0" b="0"/>
          <a:stretch/>
        </p:blipFill>
        <p:spPr bwMode="auto">
          <a:xfrm>
            <a:off x="0" y="0"/>
            <a:ext cx="18288000" cy="10287000"/>
          </a:xfrm>
          <a:prstGeom prst="rect">
            <a:avLst/>
          </a:prstGeom>
          <a:noFill/>
          <a:ln>
            <a:noFill/>
          </a:ln>
        </p:spPr>
      </p:pic>
      <p:sp>
        <p:nvSpPr>
          <p:cNvPr id="1095232136" name="Google Shape;557;p12"/>
          <p:cNvSpPr/>
          <p:nvPr/>
        </p:nvSpPr>
        <p:spPr bwMode="auto">
          <a:xfrm>
            <a:off x="73914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pic>
        <p:nvPicPr>
          <p:cNvPr id="2036427920" name="Google Shape;558;p12"/>
          <p:cNvPicPr/>
          <p:nvPr/>
        </p:nvPicPr>
        <p:blipFill rotWithShape="1">
          <a:blip r:embed="rId4">
            <a:alphaModFix/>
          </a:blip>
          <a:srcRect l="0" t="0" r="0" b="0"/>
          <a:stretch/>
        </p:blipFill>
        <p:spPr bwMode="auto">
          <a:xfrm>
            <a:off x="1066800" y="693967"/>
            <a:ext cx="3429002" cy="879015"/>
          </a:xfrm>
          <a:prstGeom prst="rect">
            <a:avLst/>
          </a:prstGeom>
          <a:noFill/>
          <a:ln>
            <a:noFill/>
          </a:ln>
        </p:spPr>
      </p:pic>
      <p:sp>
        <p:nvSpPr>
          <p:cNvPr id="1557383437" name="Google Shape;559;p12"/>
          <p:cNvSpPr txBox="1"/>
          <p:nvPr>
            <p:ph type="body" idx="1"/>
          </p:nvPr>
        </p:nvSpPr>
        <p:spPr bwMode="auto">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2EF2C2"/>
                </a:solidFill>
                <a:latin typeface="Readex Pro"/>
                <a:ea typeface="Readex Pro"/>
                <a:cs typeface="Readex Pro"/>
              </a:rPr>
              <a:t>المشكلة والمستفيد</a:t>
            </a:r>
            <a:endParaRPr/>
          </a:p>
        </p:txBody>
      </p:sp>
      <p:sp>
        <p:nvSpPr>
          <p:cNvPr id="719912606" name="Google Shape;560;p12"/>
          <p:cNvSpPr txBox="1"/>
          <p:nvPr>
            <p:ph type="title"/>
          </p:nvPr>
        </p:nvSpPr>
        <p:spPr bwMode="auto">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defRPr/>
            </a:pPr>
            <a:r>
              <a:rPr lang="ar-SA" sz="4500" b="1">
                <a:solidFill>
                  <a:srgbClr val="F2F4FF"/>
                </a:solidFill>
                <a:latin typeface="Readex Pro"/>
                <a:ea typeface="Readex Pro"/>
                <a:cs typeface="Readex Pro"/>
              </a:rPr>
              <a:t>التحقق من السند مبعثر بين الكتب</a:t>
            </a:r>
            <a:endParaRPr/>
          </a:p>
        </p:txBody>
      </p:sp>
      <p:sp>
        <p:nvSpPr>
          <p:cNvPr id="403975437" name="Google Shape;561;p12"/>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defRPr/>
            </a:pPr>
            <a:fld id="{00000000-1234-1234-1234-123412341234}" type="slidenum">
              <a:rPr lang="ar-SA" sz="1800">
                <a:solidFill>
                  <a:srgbClr val="8E99CC"/>
                </a:solidFill>
                <a:latin typeface="Readex Pro"/>
                <a:ea typeface="Readex Pro"/>
                <a:cs typeface="Readex Pro"/>
              </a:rPr>
              <a:t>‹#›</a:t>
            </a:fld>
            <a:endParaRPr/>
          </a:p>
        </p:txBody>
      </p:sp>
      <p:sp>
        <p:nvSpPr>
          <p:cNvPr id="1321057714" name="Google Shape;562;p12"/>
          <p:cNvSpPr txBox="1"/>
          <p:nvPr>
            <p:ph type="body" idx="2"/>
          </p:nvPr>
        </p:nvSpPr>
        <p:spPr bwMode="auto">
          <a:xfrm>
            <a:off x="5886450" y="3604500"/>
            <a:ext cx="10953900" cy="2239800"/>
          </a:xfrm>
          <a:prstGeom prst="rect">
            <a:avLst/>
          </a:prstGeom>
          <a:noFill/>
          <a:ln>
            <a:noFill/>
          </a:ln>
        </p:spPr>
        <p:txBody>
          <a:bodyPr spcFirstLastPara="1" wrap="square" lIns="0" tIns="0" rIns="0" bIns="0" anchor="t" anchorCtr="0">
            <a:noAutofit/>
          </a:bodyPr>
          <a:lstStyle/>
          <a:p>
            <a:pPr marL="0" lvl="0" indent="0" algn="r" rtl="1">
              <a:lnSpc>
                <a:spcPct val="114999"/>
              </a:lnSpc>
              <a:spcBef>
                <a:spcPts val="0"/>
              </a:spcBef>
              <a:spcAft>
                <a:spcPts val="0"/>
              </a:spcAft>
              <a:buSzPts val="3225"/>
              <a:buNone/>
              <a:defRPr/>
            </a:pPr>
            <a:r>
              <a:rPr lang="ar-SA" sz="3250">
                <a:solidFill>
                  <a:srgbClr val="F2F4FF"/>
                </a:solidFill>
                <a:latin typeface="Readex Pro Light"/>
                <a:ea typeface="Readex Pro Light"/>
                <a:cs typeface="Readex Pro Light"/>
              </a:rPr>
              <a:t>يحتاج المعرِّف بالإسلام والباحث إلى معرفة: هل السند متصل؟ ومن رواته؟ وما قاله العلماء فيهم؟ هذه المعلومات متفرقة بين كتب الحديث وكتب التراجم والعلل، وتُقرأ نصاً دون رؤية شاملة لطرق الحديث.</a:t>
            </a:r>
            <a:endParaRPr>
              <a:latin typeface="Readex Pro Light"/>
              <a:ea typeface="Readex Pro Light"/>
              <a:cs typeface="Readex Pro Light"/>
            </a:endParaRPr>
          </a:p>
        </p:txBody>
      </p:sp>
      <p:sp>
        <p:nvSpPr>
          <p:cNvPr id="321401468" name="Google Shape;563;p12"/>
          <p:cNvSpPr txBox="1"/>
          <p:nvPr>
            <p:ph type="body" idx="3"/>
          </p:nvPr>
        </p:nvSpPr>
        <p:spPr bwMode="auto">
          <a:xfrm>
            <a:off x="5886450" y="7239000"/>
            <a:ext cx="109539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700"/>
              <a:buNone/>
              <a:defRPr/>
            </a:pPr>
            <a:r>
              <a:rPr lang="ar-SA" sz="2700" b="1">
                <a:solidFill>
                  <a:srgbClr val="2EF2C2"/>
                </a:solidFill>
                <a:latin typeface="Readex Pro"/>
                <a:ea typeface="Readex Pro"/>
                <a:cs typeface="Readex Pro"/>
              </a:rPr>
              <a:t>معيار النجاح</a:t>
            </a:r>
            <a:endParaRPr/>
          </a:p>
        </p:txBody>
      </p:sp>
      <p:sp>
        <p:nvSpPr>
          <p:cNvPr id="2033277569" name="Google Shape;564;p12"/>
          <p:cNvSpPr txBox="1"/>
          <p:nvPr>
            <p:ph type="body" idx="4"/>
          </p:nvPr>
        </p:nvSpPr>
        <p:spPr bwMode="auto">
          <a:xfrm>
            <a:off x="5886450" y="8001000"/>
            <a:ext cx="10953900" cy="8574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defRPr/>
            </a:pPr>
            <a:r>
              <a:rPr lang="ar-SA" sz="2400" b="0">
                <a:solidFill>
                  <a:srgbClr val="CBCFE6"/>
                </a:solidFill>
                <a:latin typeface="Readex Pro"/>
                <a:ea typeface="Readex Pro"/>
                <a:cs typeface="Readex Pro"/>
              </a:rPr>
              <a:t>تحقق أوضح وأسرع، ومصدر وحالة دليل ظاهران، وتمييز ما تؤيده المصادر مما يحتاج إلى تحقق أو إحالة</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2183F"/>
        </a:solidFill>
      </p:bgPr>
    </p:bg>
    <p:spTree>
      <p:nvGrpSpPr>
        <p:cNvPr id="1" name=""/>
        <p:cNvGrpSpPr/>
        <p:nvPr/>
      </p:nvGrpSpPr>
      <p:grpSpPr bwMode="auto">
        <a:xfrm>
          <a:off x="0" y="0"/>
          <a:ext cx="0" cy="0"/>
          <a:chOff x="0" y="0"/>
          <a:chExt cx="0" cy="0"/>
        </a:xfrm>
      </p:grpSpPr>
      <p:pic>
        <p:nvPicPr>
          <p:cNvPr id="235989607" name="Google Shape;536;p11"/>
          <p:cNvPicPr/>
          <p:nvPr/>
        </p:nvPicPr>
        <p:blipFill rotWithShape="1">
          <a:blip r:embed="rId3">
            <a:alphaModFix/>
          </a:blip>
          <a:srcRect l="0" t="0" r="0" b="0"/>
          <a:stretch/>
        </p:blipFill>
        <p:spPr bwMode="auto">
          <a:xfrm>
            <a:off x="0" y="0"/>
            <a:ext cx="18288000" cy="10287000"/>
          </a:xfrm>
          <a:prstGeom prst="rect">
            <a:avLst/>
          </a:prstGeom>
          <a:noFill/>
          <a:ln>
            <a:noFill/>
          </a:ln>
        </p:spPr>
      </p:pic>
      <p:sp>
        <p:nvSpPr>
          <p:cNvPr id="370791795" name="Google Shape;537;p11"/>
          <p:cNvSpPr txBox="1"/>
          <p:nvPr>
            <p:ph type="body" idx="1"/>
          </p:nvPr>
        </p:nvSpPr>
        <p:spPr bwMode="auto">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2EF2C2"/>
                </a:solidFill>
                <a:latin typeface="Readex Pro"/>
                <a:ea typeface="Readex Pro"/>
                <a:cs typeface="Readex Pro"/>
              </a:rPr>
              <a:t>الحل</a:t>
            </a:r>
            <a:endParaRPr/>
          </a:p>
        </p:txBody>
      </p:sp>
      <p:sp>
        <p:nvSpPr>
          <p:cNvPr id="1602936011" name="Google Shape;538;p11"/>
          <p:cNvSpPr txBox="1"/>
          <p:nvPr>
            <p:ph type="title"/>
          </p:nvPr>
        </p:nvSpPr>
        <p:spPr bwMode="auto">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defRPr/>
            </a:pPr>
            <a:r>
              <a:rPr lang="ar-SA" sz="4500" b="1">
                <a:solidFill>
                  <a:srgbClr val="F2F4FF"/>
                </a:solidFill>
                <a:latin typeface="Readex Pro"/>
                <a:ea typeface="Readex Pro"/>
                <a:cs typeface="Readex Pro"/>
              </a:rPr>
              <a:t>سند يُرسم ويُفحص</a:t>
            </a:r>
            <a:endParaRPr/>
          </a:p>
        </p:txBody>
      </p:sp>
      <p:sp>
        <p:nvSpPr>
          <p:cNvPr id="1797078441" name="Google Shape;539;p11"/>
          <p:cNvSpPr txBox="1"/>
          <p:nvPr>
            <p:ph type="body" idx="2"/>
          </p:nvPr>
        </p:nvSpPr>
        <p:spPr bwMode="auto">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أربع إمكانات في مكان واحد</a:t>
            </a:r>
            <a:endParaRPr/>
          </a:p>
        </p:txBody>
      </p:sp>
      <p:sp>
        <p:nvSpPr>
          <p:cNvPr id="901916133" name="Google Shape;540;p11"/>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defRPr/>
            </a:pPr>
            <a:fld id="{00000000-1234-1234-1234-123412341234}" type="slidenum">
              <a:rPr lang="ar-SA" sz="1800">
                <a:solidFill>
                  <a:srgbClr val="8E99CC"/>
                </a:solidFill>
                <a:latin typeface="Readex Pro"/>
                <a:ea typeface="Readex Pro"/>
                <a:cs typeface="Readex Pro"/>
              </a:rPr>
              <a:t>‹#›</a:t>
            </a:fld>
            <a:endParaRPr/>
          </a:p>
        </p:txBody>
      </p:sp>
      <p:sp>
        <p:nvSpPr>
          <p:cNvPr id="921289574" name="Google Shape;541;p11"/>
          <p:cNvSpPr txBox="1"/>
          <p:nvPr>
            <p:ph type="body" idx="3"/>
          </p:nvPr>
        </p:nvSpPr>
        <p:spPr bwMode="auto">
          <a:xfrm>
            <a:off x="9505950" y="3952875"/>
            <a:ext cx="7334399"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2EF2C2"/>
                </a:solidFill>
                <a:latin typeface="Readex Pro"/>
                <a:ea typeface="Readex Pro"/>
                <a:cs typeface="Readex Pro"/>
              </a:rPr>
              <a:t>شجرة إسناد تفاعلية</a:t>
            </a:r>
            <a:endParaRPr/>
          </a:p>
        </p:txBody>
      </p:sp>
      <p:sp>
        <p:nvSpPr>
          <p:cNvPr id="1824400662" name="Google Shape;542;p11"/>
          <p:cNvSpPr txBox="1"/>
          <p:nvPr>
            <p:ph type="body" idx="4"/>
          </p:nvPr>
        </p:nvSpPr>
        <p:spPr bwMode="auto">
          <a:xfrm>
            <a:off x="9505950" y="4657725"/>
            <a:ext cx="7334399"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defRPr/>
            </a:pPr>
            <a:r>
              <a:rPr lang="ar-SA" sz="2400" b="0">
                <a:solidFill>
                  <a:srgbClr val="CBCFE6"/>
                </a:solidFill>
                <a:latin typeface="Readex Pro"/>
                <a:ea typeface="Readex Pro"/>
                <a:cs typeface="Readex Pro"/>
              </a:rPr>
              <a:t>رسم من الصحابي إلى المصنِّف يُبرز المدار، أي الراوي الذي تلتقي عنده الطرق</a:t>
            </a:r>
            <a:endParaRPr/>
          </a:p>
        </p:txBody>
      </p:sp>
      <p:sp>
        <p:nvSpPr>
          <p:cNvPr id="377817988" name="Google Shape;543;p11"/>
          <p:cNvSpPr txBox="1"/>
          <p:nvPr>
            <p:ph type="body" idx="5"/>
          </p:nvPr>
        </p:nvSpPr>
        <p:spPr bwMode="auto">
          <a:xfrm>
            <a:off x="1714500" y="3952875"/>
            <a:ext cx="6953250" cy="590549"/>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2EF2C2"/>
                </a:solidFill>
                <a:latin typeface="Readex Pro"/>
                <a:ea typeface="Readex Pro"/>
                <a:cs typeface="Readex Pro"/>
              </a:rPr>
              <a:t>فحص العلل</a:t>
            </a:r>
            <a:endParaRPr/>
          </a:p>
        </p:txBody>
      </p:sp>
      <p:sp>
        <p:nvSpPr>
          <p:cNvPr id="1342036465" name="Google Shape;544;p11"/>
          <p:cNvSpPr txBox="1"/>
          <p:nvPr>
            <p:ph type="body" idx="6"/>
          </p:nvPr>
        </p:nvSpPr>
        <p:spPr bwMode="auto">
          <a:xfrm>
            <a:off x="1714500" y="4657725"/>
            <a:ext cx="695325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defRPr/>
            </a:pPr>
            <a:r>
              <a:rPr lang="ar-SA" sz="2400" b="0">
                <a:solidFill>
                  <a:srgbClr val="CBCFE6"/>
                </a:solidFill>
                <a:latin typeface="Readex Pro"/>
                <a:ea typeface="Readex Pro"/>
                <a:cs typeface="Readex Pro"/>
              </a:rPr>
              <a:t>قواعد المحدثين في كشف التدليس والاختلاط والانقطاع وغيرها، وهي تنبيهات لا أحكام</a:t>
            </a:r>
            <a:endParaRPr/>
          </a:p>
        </p:txBody>
      </p:sp>
      <p:sp>
        <p:nvSpPr>
          <p:cNvPr id="469631670" name="Google Shape;545;p11"/>
          <p:cNvSpPr txBox="1"/>
          <p:nvPr>
            <p:ph type="body" idx="7"/>
          </p:nvPr>
        </p:nvSpPr>
        <p:spPr bwMode="auto">
          <a:xfrm>
            <a:off x="9505950" y="6619875"/>
            <a:ext cx="7334399"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2EF2C2"/>
                </a:solidFill>
                <a:latin typeface="Readex Pro"/>
                <a:ea typeface="Readex Pro"/>
                <a:cs typeface="Readex Pro"/>
              </a:rPr>
              <a:t>أقوال الجرح والتعديل</a:t>
            </a:r>
            <a:endParaRPr/>
          </a:p>
        </p:txBody>
      </p:sp>
      <p:sp>
        <p:nvSpPr>
          <p:cNvPr id="1053718219" name="Google Shape;546;p11"/>
          <p:cNvSpPr txBox="1"/>
          <p:nvPr>
            <p:ph type="body" idx="8"/>
          </p:nvPr>
        </p:nvSpPr>
        <p:spPr bwMode="auto">
          <a:xfrm>
            <a:off x="9505950" y="7324725"/>
            <a:ext cx="7334399"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defRPr/>
            </a:pPr>
            <a:r>
              <a:rPr lang="ar-SA" sz="2400" b="0">
                <a:solidFill>
                  <a:srgbClr val="CBCFE6"/>
                </a:solidFill>
                <a:latin typeface="Readex Pro"/>
                <a:ea typeface="Readex Pro"/>
                <a:cs typeface="Readex Pro"/>
              </a:rPr>
              <a:t>بنصها الحرفي، منسوبة لأصحابها ومصدرها</a:t>
            </a:r>
            <a:endParaRPr/>
          </a:p>
        </p:txBody>
      </p:sp>
      <p:sp>
        <p:nvSpPr>
          <p:cNvPr id="904166625" name="Google Shape;547;p11"/>
          <p:cNvSpPr txBox="1"/>
          <p:nvPr>
            <p:ph type="body" idx="9"/>
          </p:nvPr>
        </p:nvSpPr>
        <p:spPr bwMode="auto">
          <a:xfrm>
            <a:off x="1714500" y="6619875"/>
            <a:ext cx="6953250" cy="590549"/>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2EF2C2"/>
                </a:solidFill>
                <a:latin typeface="Readex Pro"/>
                <a:ea typeface="Readex Pro"/>
                <a:cs typeface="Readex Pro"/>
              </a:rPr>
              <a:t>التخريج المقارن</a:t>
            </a:r>
            <a:endParaRPr/>
          </a:p>
        </p:txBody>
      </p:sp>
      <p:sp>
        <p:nvSpPr>
          <p:cNvPr id="1651957219" name="Google Shape;548;p11"/>
          <p:cNvSpPr txBox="1"/>
          <p:nvPr>
            <p:ph type="body" idx="13"/>
          </p:nvPr>
        </p:nvSpPr>
        <p:spPr bwMode="auto">
          <a:xfrm>
            <a:off x="1714500" y="7324725"/>
            <a:ext cx="695325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defRPr/>
            </a:pPr>
            <a:r>
              <a:rPr lang="ar-SA" sz="2400" b="0">
                <a:solidFill>
                  <a:srgbClr val="CBCFE6"/>
                </a:solidFill>
                <a:latin typeface="Readex Pro"/>
                <a:ea typeface="Readex Pro"/>
                <a:cs typeface="Readex Pro"/>
              </a:rPr>
              <a:t>روايات الحديث من عدة كتب في شجرة واحدة</a:t>
            </a:r>
            <a:endParaRPr/>
          </a:p>
        </p:txBody>
      </p:sp>
      <p:sp>
        <p:nvSpPr>
          <p:cNvPr id="407230965" name="Google Shape;549;p11"/>
          <p:cNvSpPr/>
          <p:nvPr/>
        </p:nvSpPr>
        <p:spPr bwMode="auto">
          <a:xfrm>
            <a:off x="76962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pic>
        <p:nvPicPr>
          <p:cNvPr id="916360165" name="Google Shape;550;p11"/>
          <p:cNvPicPr/>
          <p:nvPr/>
        </p:nvPicPr>
        <p:blipFill rotWithShape="1">
          <a:blip r:embed="rId4">
            <a:alphaModFix/>
          </a:blip>
          <a:srcRect l="0" t="0" r="0" b="0"/>
          <a:stretch/>
        </p:blipFill>
        <p:spPr bwMode="auto">
          <a:xfrm>
            <a:off x="1066800" y="693967"/>
            <a:ext cx="3429002" cy="87901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35745135" name="Google Shape;817;p24" title="خلفية هكثون4.png"/>
          <p:cNvPicPr/>
          <p:nvPr/>
        </p:nvPicPr>
        <p:blipFill rotWithShape="1">
          <a:blip r:embed="rId3">
            <a:alphaModFix/>
          </a:blip>
          <a:stretch/>
        </p:blipFill>
        <p:spPr bwMode="auto">
          <a:xfrm>
            <a:off x="0" y="0"/>
            <a:ext cx="18288000" cy="10287000"/>
          </a:xfrm>
          <a:prstGeom prst="rect">
            <a:avLst/>
          </a:prstGeom>
          <a:noFill/>
          <a:ln>
            <a:noFill/>
          </a:ln>
        </p:spPr>
      </p:pic>
      <p:sp>
        <p:nvSpPr>
          <p:cNvPr id="1158670603" name="Google Shape;818;p24"/>
          <p:cNvSpPr txBox="1"/>
          <p:nvPr>
            <p:ph type="body" idx="1"/>
          </p:nvPr>
        </p:nvSpPr>
        <p:spPr bwMode="auto">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2EF2C2"/>
                </a:solidFill>
                <a:latin typeface="Readex Pro"/>
                <a:ea typeface="Readex Pro"/>
                <a:cs typeface="Readex Pro"/>
              </a:rPr>
              <a:t>آلية العمل</a:t>
            </a:r>
            <a:endParaRPr/>
          </a:p>
        </p:txBody>
      </p:sp>
      <p:sp>
        <p:nvSpPr>
          <p:cNvPr id="1163353212" name="Google Shape;819;p24"/>
          <p:cNvSpPr txBox="1"/>
          <p:nvPr>
            <p:ph type="title"/>
          </p:nvPr>
        </p:nvSpPr>
        <p:spPr bwMode="auto">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defRPr/>
            </a:pPr>
            <a:r>
              <a:rPr lang="ar-SA" sz="4500" b="1">
                <a:solidFill>
                  <a:srgbClr val="F2F4FF"/>
                </a:solidFill>
                <a:latin typeface="Readex Pro"/>
                <a:ea typeface="Readex Pro"/>
                <a:cs typeface="Readex Pro"/>
              </a:rPr>
              <a:t>من الطلب إلى حالة الدليل</a:t>
            </a:r>
            <a:endParaRPr/>
          </a:p>
        </p:txBody>
      </p:sp>
      <p:sp>
        <p:nvSpPr>
          <p:cNvPr id="1099991347" name="Google Shape;820;p24"/>
          <p:cNvSpPr txBox="1"/>
          <p:nvPr>
            <p:ph type="body" idx="2"/>
          </p:nvPr>
        </p:nvSpPr>
        <p:spPr bwMode="auto">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أربع خطوات</a:t>
            </a:r>
            <a:endParaRPr/>
          </a:p>
        </p:txBody>
      </p:sp>
      <p:sp>
        <p:nvSpPr>
          <p:cNvPr id="498634904" name="Google Shape;821;p24"/>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defRPr/>
            </a:pPr>
            <a:fld id="{00000000-1234-1234-1234-123412341234}" type="slidenum">
              <a:rPr lang="ar-SA" sz="1800">
                <a:solidFill>
                  <a:srgbClr val="8E99CC"/>
                </a:solidFill>
                <a:latin typeface="Readex Pro"/>
                <a:ea typeface="Readex Pro"/>
                <a:cs typeface="Readex Pro"/>
              </a:rPr>
              <a:t>‹#›</a:t>
            </a:fld>
            <a:endParaRPr/>
          </a:p>
        </p:txBody>
      </p:sp>
      <p:sp>
        <p:nvSpPr>
          <p:cNvPr id="458413316" name="Google Shape;822;p24"/>
          <p:cNvSpPr/>
          <p:nvPr/>
        </p:nvSpPr>
        <p:spPr bwMode="auto">
          <a:xfrm>
            <a:off x="137160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78400" rIns="78400" bIns="78400" anchor="ctr" anchorCtr="0">
            <a:noAutofit/>
          </a:bodyPr>
          <a:lstStyle/>
          <a:p>
            <a:pPr marL="0" marR="238670" lvl="0" indent="0" algn="r" rtl="0">
              <a:spcBef>
                <a:spcPts val="0"/>
              </a:spcBef>
              <a:spcAft>
                <a:spcPts val="0"/>
              </a:spcAft>
              <a:buNone/>
              <a:defRPr/>
            </a:pPr>
            <a:r>
              <a:rPr lang="ar-SA" sz="3600" b="1">
                <a:solidFill>
                  <a:srgbClr val="2EF2C2"/>
                </a:solidFill>
                <a:latin typeface="Readex Pro"/>
                <a:ea typeface="Readex Pro"/>
                <a:cs typeface="Readex Pro"/>
              </a:rPr>
              <a:t>01</a:t>
            </a:r>
            <a:endParaRPr>
              <a:solidFill>
                <a:schemeClr val="dk1"/>
              </a:solidFill>
              <a:latin typeface="Readex Pro"/>
              <a:ea typeface="Readex Pro"/>
              <a:cs typeface="Readex Pro"/>
            </a:endParaRPr>
          </a:p>
          <a:p>
            <a:pPr marL="269999" lvl="0" indent="0" algn="r" rtl="1">
              <a:spcBef>
                <a:spcPts val="2300"/>
              </a:spcBef>
              <a:spcAft>
                <a:spcPts val="0"/>
              </a:spcAft>
              <a:buNone/>
              <a:defRPr/>
            </a:pPr>
            <a:r>
              <a:rPr lang="ar-SA" sz="2700" b="1">
                <a:solidFill>
                  <a:srgbClr val="F2F4FF"/>
                </a:solidFill>
                <a:latin typeface="Readex Pro"/>
                <a:ea typeface="Readex Pro"/>
                <a:cs typeface="Readex Pro"/>
              </a:rPr>
              <a:t>المدخلات</a:t>
            </a:r>
            <a:endParaRPr>
              <a:solidFill>
                <a:schemeClr val="dk1"/>
              </a:solidFill>
              <a:latin typeface="Readex Pro"/>
              <a:ea typeface="Readex Pro"/>
              <a:cs typeface="Readex Pro"/>
            </a:endParaRPr>
          </a:p>
          <a:p>
            <a:pPr marL="269999" lvl="0" indent="0" algn="r" rtl="1">
              <a:spcBef>
                <a:spcPts val="2200"/>
              </a:spcBef>
              <a:spcAft>
                <a:spcPts val="0"/>
              </a:spcAft>
              <a:buNone/>
              <a:defRPr/>
            </a:pPr>
            <a:r>
              <a:rPr lang="ar-SA" sz="2200">
                <a:solidFill>
                  <a:srgbClr val="CBCFE6"/>
                </a:solidFill>
                <a:latin typeface="Readex Pro"/>
                <a:ea typeface="Readex Pro"/>
                <a:cs typeface="Readex Pro"/>
              </a:rPr>
              <a:t>طرف الحديث أو ألفاظه</a:t>
            </a:r>
            <a:endParaRPr>
              <a:solidFill>
                <a:schemeClr val="dk1"/>
              </a:solidFill>
              <a:latin typeface="Readex Pro"/>
              <a:ea typeface="Readex Pro"/>
              <a:cs typeface="Readex Pro"/>
            </a:endParaRPr>
          </a:p>
          <a:p>
            <a:pPr marL="269999" lvl="0" indent="0" algn="r" rtl="1">
              <a:spcBef>
                <a:spcPts val="600"/>
              </a:spcBef>
              <a:spcAft>
                <a:spcPts val="0"/>
              </a:spcAft>
              <a:buNone/>
              <a:defRPr/>
            </a:pPr>
            <a:r>
              <a:rPr lang="ar-SA" sz="2200">
                <a:solidFill>
                  <a:srgbClr val="CBCFE6"/>
                </a:solidFill>
                <a:latin typeface="Readex Pro"/>
                <a:ea typeface="Readex Pro"/>
                <a:cs typeface="Readex Pro"/>
              </a:rPr>
              <a:t>بحث نصي في كتب الحديث</a:t>
            </a:r>
            <a:endParaRPr>
              <a:solidFill>
                <a:schemeClr val="dk1"/>
              </a:solidFill>
              <a:latin typeface="Readex Pro"/>
              <a:ea typeface="Readex Pro"/>
              <a:cs typeface="Readex Pro"/>
            </a:endParaRPr>
          </a:p>
          <a:p>
            <a:pPr marL="0" lvl="0" indent="0" algn="r" rtl="1">
              <a:lnSpc>
                <a:spcPct val="114999"/>
              </a:lnSpc>
              <a:spcBef>
                <a:spcPts val="0"/>
              </a:spcBef>
              <a:spcAft>
                <a:spcPts val="0"/>
              </a:spcAft>
              <a:buNone/>
              <a:defRPr/>
            </a:pPr>
            <a:endParaRPr sz="1200"/>
          </a:p>
        </p:txBody>
      </p:sp>
      <p:sp>
        <p:nvSpPr>
          <p:cNvPr id="295063761" name="Google Shape;823;p24"/>
          <p:cNvSpPr/>
          <p:nvPr/>
        </p:nvSpPr>
        <p:spPr bwMode="auto">
          <a:xfrm>
            <a:off x="97155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78400" rIns="78400" bIns="78400" anchor="ctr" anchorCtr="0">
            <a:noAutofit/>
          </a:bodyPr>
          <a:lstStyle/>
          <a:p>
            <a:pPr marL="0" marR="223307" lvl="0" indent="0" algn="r" rtl="0">
              <a:spcBef>
                <a:spcPts val="0"/>
              </a:spcBef>
              <a:spcAft>
                <a:spcPts val="0"/>
              </a:spcAft>
              <a:buNone/>
              <a:defRPr/>
            </a:pPr>
            <a:r>
              <a:rPr lang="ar-SA" sz="3600" b="1">
                <a:solidFill>
                  <a:srgbClr val="2EF2C2"/>
                </a:solidFill>
                <a:latin typeface="Readex Pro"/>
                <a:ea typeface="Readex Pro"/>
                <a:cs typeface="Readex Pro"/>
              </a:rPr>
              <a:t>02</a:t>
            </a:r>
            <a:endParaRPr>
              <a:solidFill>
                <a:schemeClr val="dk1"/>
              </a:solidFill>
              <a:latin typeface="Readex Pro"/>
              <a:ea typeface="Readex Pro"/>
              <a:cs typeface="Readex Pro"/>
            </a:endParaRPr>
          </a:p>
          <a:p>
            <a:pPr marL="269999" lvl="0" indent="0" algn="r" rtl="1">
              <a:spcBef>
                <a:spcPts val="2300"/>
              </a:spcBef>
              <a:spcAft>
                <a:spcPts val="0"/>
              </a:spcAft>
              <a:buNone/>
              <a:defRPr/>
            </a:pPr>
            <a:r>
              <a:rPr lang="ar-SA" sz="2700" b="1">
                <a:solidFill>
                  <a:srgbClr val="F2F4FF"/>
                </a:solidFill>
                <a:latin typeface="Readex Pro"/>
                <a:ea typeface="Readex Pro"/>
                <a:cs typeface="Readex Pro"/>
              </a:rPr>
              <a:t>المعالجة</a:t>
            </a:r>
            <a:endParaRPr>
              <a:solidFill>
                <a:schemeClr val="dk1"/>
              </a:solidFill>
              <a:latin typeface="Readex Pro"/>
              <a:ea typeface="Readex Pro"/>
              <a:cs typeface="Readex Pro"/>
            </a:endParaRPr>
          </a:p>
          <a:p>
            <a:pPr marL="269999" lvl="0" indent="0" algn="r" rtl="1">
              <a:spcBef>
                <a:spcPts val="2200"/>
              </a:spcBef>
              <a:spcAft>
                <a:spcPts val="0"/>
              </a:spcAft>
              <a:buNone/>
              <a:defRPr/>
            </a:pPr>
            <a:r>
              <a:rPr lang="ar-SA" sz="2200">
                <a:solidFill>
                  <a:srgbClr val="CBCFE6"/>
                </a:solidFill>
                <a:latin typeface="Readex Pro"/>
                <a:ea typeface="Readex Pro"/>
                <a:cs typeface="Readex Pro"/>
              </a:rPr>
              <a:t>بناء شجرة الإسناد</a:t>
            </a:r>
            <a:endParaRPr>
              <a:solidFill>
                <a:schemeClr val="dk1"/>
              </a:solidFill>
              <a:latin typeface="Readex Pro"/>
              <a:ea typeface="Readex Pro"/>
              <a:cs typeface="Readex Pro"/>
            </a:endParaRPr>
          </a:p>
          <a:p>
            <a:pPr marL="269999" lvl="0" indent="0" algn="r" rtl="1">
              <a:spcBef>
                <a:spcPts val="600"/>
              </a:spcBef>
              <a:spcAft>
                <a:spcPts val="0"/>
              </a:spcAft>
              <a:buNone/>
              <a:defRPr/>
            </a:pPr>
            <a:r>
              <a:rPr lang="ar-SA" sz="2200">
                <a:solidFill>
                  <a:srgbClr val="CBCFE6"/>
                </a:solidFill>
                <a:latin typeface="Readex Pro"/>
                <a:ea typeface="Readex Pro"/>
                <a:cs typeface="Readex Pro"/>
              </a:rPr>
              <a:t>وفحص العلل آلياً</a:t>
            </a:r>
            <a:endParaRPr sz="3600" b="1">
              <a:solidFill>
                <a:srgbClr val="2EF2C2"/>
              </a:solidFill>
              <a:latin typeface="Readex Pro"/>
              <a:ea typeface="Readex Pro"/>
              <a:cs typeface="Readex Pro"/>
            </a:endParaRPr>
          </a:p>
        </p:txBody>
      </p:sp>
      <p:sp>
        <p:nvSpPr>
          <p:cNvPr id="987441879" name="Google Shape;824;p24"/>
          <p:cNvSpPr/>
          <p:nvPr/>
        </p:nvSpPr>
        <p:spPr bwMode="auto">
          <a:xfrm>
            <a:off x="57150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78400" rIns="78400" bIns="78400" anchor="ctr" anchorCtr="0">
            <a:noAutofit/>
          </a:bodyPr>
          <a:lstStyle/>
          <a:p>
            <a:pPr marL="0" marR="238125" lvl="0" indent="0" algn="r" rtl="0">
              <a:spcBef>
                <a:spcPts val="0"/>
              </a:spcBef>
              <a:spcAft>
                <a:spcPts val="0"/>
              </a:spcAft>
              <a:buNone/>
              <a:defRPr/>
            </a:pPr>
            <a:r>
              <a:rPr lang="ar-SA" sz="3600" b="1">
                <a:solidFill>
                  <a:srgbClr val="2EF2C2"/>
                </a:solidFill>
                <a:latin typeface="Readex Pro"/>
                <a:ea typeface="Readex Pro"/>
                <a:cs typeface="Readex Pro"/>
              </a:rPr>
              <a:t>03</a:t>
            </a:r>
            <a:endParaRPr>
              <a:solidFill>
                <a:schemeClr val="dk1"/>
              </a:solidFill>
              <a:latin typeface="Readex Pro"/>
              <a:ea typeface="Readex Pro"/>
              <a:cs typeface="Readex Pro"/>
            </a:endParaRPr>
          </a:p>
          <a:p>
            <a:pPr marL="269999" lvl="0" indent="0" algn="r" rtl="1">
              <a:spcBef>
                <a:spcPts val="2300"/>
              </a:spcBef>
              <a:spcAft>
                <a:spcPts val="0"/>
              </a:spcAft>
              <a:buNone/>
              <a:defRPr/>
            </a:pPr>
            <a:r>
              <a:rPr lang="ar-SA" sz="2700" b="1">
                <a:solidFill>
                  <a:srgbClr val="F2F4FF"/>
                </a:solidFill>
                <a:latin typeface="Readex Pro"/>
                <a:ea typeface="Readex Pro"/>
                <a:cs typeface="Readex Pro"/>
              </a:rPr>
              <a:t>المخرجات</a:t>
            </a:r>
            <a:endParaRPr>
              <a:solidFill>
                <a:schemeClr val="dk1"/>
              </a:solidFill>
              <a:latin typeface="Readex Pro"/>
              <a:ea typeface="Readex Pro"/>
              <a:cs typeface="Readex Pro"/>
            </a:endParaRPr>
          </a:p>
          <a:p>
            <a:pPr marL="269999" lvl="0" indent="0" algn="r" rtl="1">
              <a:spcBef>
                <a:spcPts val="2200"/>
              </a:spcBef>
              <a:spcAft>
                <a:spcPts val="0"/>
              </a:spcAft>
              <a:buNone/>
              <a:defRPr/>
            </a:pPr>
            <a:r>
              <a:rPr lang="ar-SA" sz="2200">
                <a:solidFill>
                  <a:srgbClr val="CBCFE6"/>
                </a:solidFill>
                <a:latin typeface="Readex Pro"/>
                <a:ea typeface="Readex Pro"/>
                <a:cs typeface="Readex Pro"/>
              </a:rPr>
              <a:t>رسم السند والأقوال</a:t>
            </a:r>
            <a:endParaRPr>
              <a:solidFill>
                <a:schemeClr val="dk1"/>
              </a:solidFill>
              <a:latin typeface="Readex Pro"/>
              <a:ea typeface="Readex Pro"/>
              <a:cs typeface="Readex Pro"/>
            </a:endParaRPr>
          </a:p>
          <a:p>
            <a:pPr marL="269999" lvl="0" indent="0" algn="r" rtl="1">
              <a:spcBef>
                <a:spcPts val="600"/>
              </a:spcBef>
              <a:spcAft>
                <a:spcPts val="0"/>
              </a:spcAft>
              <a:buNone/>
              <a:defRPr/>
            </a:pPr>
            <a:r>
              <a:rPr lang="ar-SA" sz="2200">
                <a:solidFill>
                  <a:srgbClr val="CBCFE6"/>
                </a:solidFill>
                <a:latin typeface="Readex Pro"/>
                <a:ea typeface="Readex Pro"/>
                <a:cs typeface="Readex Pro"/>
              </a:rPr>
              <a:t>مع حالة الدليل</a:t>
            </a:r>
            <a:endParaRPr sz="3600" b="1">
              <a:solidFill>
                <a:srgbClr val="2EF2C2"/>
              </a:solidFill>
              <a:latin typeface="Readex Pro"/>
              <a:ea typeface="Readex Pro"/>
              <a:cs typeface="Readex Pro"/>
            </a:endParaRPr>
          </a:p>
        </p:txBody>
      </p:sp>
      <p:sp>
        <p:nvSpPr>
          <p:cNvPr id="18176407" name="Google Shape;825;p24"/>
          <p:cNvSpPr/>
          <p:nvPr/>
        </p:nvSpPr>
        <p:spPr bwMode="auto">
          <a:xfrm>
            <a:off x="1714500" y="4333800"/>
            <a:ext cx="3429000" cy="3714900"/>
          </a:xfrm>
          <a:prstGeom prst="roundRect">
            <a:avLst>
              <a:gd name="adj" fmla="val 8059"/>
            </a:avLst>
          </a:prstGeom>
          <a:solidFill>
            <a:srgbClr val="FFFFFF">
              <a:alpha val="3920"/>
            </a:srgbClr>
          </a:solidFill>
          <a:ln w="8175" cap="flat" cmpd="sng">
            <a:solidFill>
              <a:srgbClr val="2EF2C2">
                <a:alpha val="12160"/>
              </a:srgbClr>
            </a:solidFill>
            <a:prstDash val="solid"/>
            <a:round/>
            <a:headEnd type="none" w="sm" len="sm"/>
            <a:tailEnd type="none" w="sm" len="sm"/>
          </a:ln>
        </p:spPr>
        <p:txBody>
          <a:bodyPr spcFirstLastPara="1" wrap="square" lIns="78400" tIns="78400" rIns="78400" bIns="78400" anchor="ctr" anchorCtr="0">
            <a:noAutofit/>
          </a:bodyPr>
          <a:lstStyle/>
          <a:p>
            <a:pPr marL="0" marR="223307" lvl="0" indent="0" algn="r" rtl="0">
              <a:spcBef>
                <a:spcPts val="0"/>
              </a:spcBef>
              <a:spcAft>
                <a:spcPts val="0"/>
              </a:spcAft>
              <a:buNone/>
              <a:defRPr/>
            </a:pPr>
            <a:r>
              <a:rPr lang="ar-SA" sz="3600" b="1">
                <a:solidFill>
                  <a:srgbClr val="2EF2C2"/>
                </a:solidFill>
                <a:latin typeface="Readex Pro"/>
                <a:ea typeface="Readex Pro"/>
                <a:cs typeface="Readex Pro"/>
              </a:rPr>
              <a:t>04</a:t>
            </a:r>
            <a:endParaRPr>
              <a:solidFill>
                <a:schemeClr val="dk1"/>
              </a:solidFill>
              <a:latin typeface="Readex Pro"/>
              <a:ea typeface="Readex Pro"/>
              <a:cs typeface="Readex Pro"/>
            </a:endParaRPr>
          </a:p>
          <a:p>
            <a:pPr marL="269999" lvl="0" indent="0" algn="r" rtl="1">
              <a:spcBef>
                <a:spcPts val="2300"/>
              </a:spcBef>
              <a:spcAft>
                <a:spcPts val="0"/>
              </a:spcAft>
              <a:buNone/>
              <a:defRPr/>
            </a:pPr>
            <a:r>
              <a:rPr lang="ar-SA" sz="2700" b="1">
                <a:solidFill>
                  <a:srgbClr val="F2F4FF"/>
                </a:solidFill>
                <a:latin typeface="Readex Pro"/>
                <a:ea typeface="Readex Pro"/>
                <a:cs typeface="Readex Pro"/>
              </a:rPr>
              <a:t>الأثر</a:t>
            </a:r>
            <a:endParaRPr>
              <a:solidFill>
                <a:schemeClr val="dk1"/>
              </a:solidFill>
              <a:latin typeface="Readex Pro"/>
              <a:ea typeface="Readex Pro"/>
              <a:cs typeface="Readex Pro"/>
            </a:endParaRPr>
          </a:p>
          <a:p>
            <a:pPr marL="269999" lvl="0" indent="0" algn="r" rtl="1">
              <a:spcBef>
                <a:spcPts val="2200"/>
              </a:spcBef>
              <a:spcAft>
                <a:spcPts val="0"/>
              </a:spcAft>
              <a:buNone/>
              <a:defRPr/>
            </a:pPr>
            <a:r>
              <a:rPr lang="ar-SA" sz="2200">
                <a:solidFill>
                  <a:srgbClr val="CBCFE6"/>
                </a:solidFill>
                <a:latin typeface="Readex Pro"/>
                <a:ea typeface="Readex Pro"/>
                <a:cs typeface="Readex Pro"/>
              </a:rPr>
              <a:t>تحقق أوضح</a:t>
            </a:r>
            <a:endParaRPr>
              <a:solidFill>
                <a:schemeClr val="dk1"/>
              </a:solidFill>
              <a:latin typeface="Readex Pro"/>
              <a:ea typeface="Readex Pro"/>
              <a:cs typeface="Readex Pro"/>
            </a:endParaRPr>
          </a:p>
          <a:p>
            <a:pPr marL="269999" lvl="0" indent="0" algn="r" rtl="1">
              <a:spcBef>
                <a:spcPts val="600"/>
              </a:spcBef>
              <a:spcAft>
                <a:spcPts val="0"/>
              </a:spcAft>
              <a:buNone/>
              <a:defRPr/>
            </a:pPr>
            <a:r>
              <a:rPr lang="ar-SA" sz="2200">
                <a:solidFill>
                  <a:srgbClr val="CBCFE6"/>
                </a:solidFill>
                <a:latin typeface="Readex Pro"/>
                <a:ea typeface="Readex Pro"/>
                <a:cs typeface="Readex Pro"/>
              </a:rPr>
              <a:t>سنقيسه مع مستخدمين</a:t>
            </a:r>
            <a:endParaRPr sz="3600" b="1">
              <a:solidFill>
                <a:srgbClr val="2EF2C2"/>
              </a:solidFill>
              <a:latin typeface="Readex Pro"/>
              <a:ea typeface="Readex Pro"/>
              <a:cs typeface="Readex Pro"/>
            </a:endParaRPr>
          </a:p>
        </p:txBody>
      </p:sp>
      <p:pic>
        <p:nvPicPr>
          <p:cNvPr id="152433935" name="Google Shape;826;p24"/>
          <p:cNvPicPr/>
          <p:nvPr/>
        </p:nvPicPr>
        <p:blipFill rotWithShape="1">
          <a:blip r:embed="rId4">
            <a:alphaModFix/>
          </a:blip>
          <a:srcRect l="0" t="0" r="0" b="0"/>
          <a:stretch/>
        </p:blipFill>
        <p:spPr bwMode="auto">
          <a:xfrm>
            <a:off x="1066800" y="693967"/>
            <a:ext cx="3429002" cy="87901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04493557" name="Google Shape;858;p27" title="خلفية هكثون4.png"/>
          <p:cNvPicPr/>
          <p:nvPr/>
        </p:nvPicPr>
        <p:blipFill rotWithShape="1">
          <a:blip r:embed="rId3">
            <a:alphaModFix/>
          </a:blip>
          <a:stretch/>
        </p:blipFill>
        <p:spPr bwMode="auto">
          <a:xfrm>
            <a:off x="0" y="0"/>
            <a:ext cx="18288000" cy="10287000"/>
          </a:xfrm>
          <a:prstGeom prst="rect">
            <a:avLst/>
          </a:prstGeom>
          <a:noFill/>
          <a:ln>
            <a:noFill/>
          </a:ln>
        </p:spPr>
      </p:pic>
      <p:pic>
        <p:nvPicPr>
          <p:cNvPr id="1878689801" name="Google Shape;859;p27"/>
          <p:cNvPicPr/>
          <p:nvPr/>
        </p:nvPicPr>
        <p:blipFill rotWithShape="1">
          <a:blip r:embed="rId4">
            <a:alphaModFix/>
          </a:blip>
          <a:srcRect l="0" t="0" r="0" b="0"/>
          <a:stretch/>
        </p:blipFill>
        <p:spPr bwMode="auto">
          <a:xfrm>
            <a:off x="1066800" y="693967"/>
            <a:ext cx="3429002" cy="879015"/>
          </a:xfrm>
          <a:prstGeom prst="rect">
            <a:avLst/>
          </a:prstGeom>
          <a:noFill/>
          <a:ln>
            <a:noFill/>
          </a:ln>
        </p:spPr>
      </p:pic>
      <p:sp>
        <p:nvSpPr>
          <p:cNvPr id="1999492533" name="Google Shape;860;p27"/>
          <p:cNvSpPr txBox="1"/>
          <p:nvPr>
            <p:ph type="body" idx="1"/>
          </p:nvPr>
        </p:nvSpPr>
        <p:spPr bwMode="auto">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2EF2C2"/>
                </a:solidFill>
                <a:latin typeface="Readex Pro"/>
                <a:ea typeface="Readex Pro"/>
                <a:cs typeface="Readex Pro"/>
              </a:rPr>
              <a:t>ما يميّز الأداة</a:t>
            </a:r>
            <a:endParaRPr/>
          </a:p>
        </p:txBody>
      </p:sp>
      <p:sp>
        <p:nvSpPr>
          <p:cNvPr id="1065714166" name="Google Shape;861;p27"/>
          <p:cNvSpPr txBox="1"/>
          <p:nvPr>
            <p:ph type="title"/>
          </p:nvPr>
        </p:nvSpPr>
        <p:spPr bwMode="auto">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defRPr/>
            </a:pPr>
            <a:r>
              <a:rPr lang="ar-SA" sz="4500" b="1">
                <a:solidFill>
                  <a:srgbClr val="F2F4FF"/>
                </a:solidFill>
                <a:latin typeface="Readex Pro"/>
                <a:ea typeface="Readex Pro"/>
                <a:cs typeface="Readex Pro"/>
              </a:rPr>
              <a:t>عناصر الحل</a:t>
            </a:r>
            <a:endParaRPr/>
          </a:p>
        </p:txBody>
      </p:sp>
      <p:sp>
        <p:nvSpPr>
          <p:cNvPr id="2060576995" name="Google Shape;862;p27"/>
          <p:cNvSpPr txBox="1"/>
          <p:nvPr>
            <p:ph type="body" idx="2"/>
          </p:nvPr>
        </p:nvSpPr>
        <p:spPr bwMode="auto">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ما الذي يجعلها موثوقة</a:t>
            </a:r>
            <a:endParaRPr/>
          </a:p>
        </p:txBody>
      </p:sp>
      <p:sp>
        <p:nvSpPr>
          <p:cNvPr id="2094933669" name="Google Shape;863;p27"/>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defRPr/>
            </a:pPr>
            <a:fld id="{00000000-1234-1234-1234-123412341234}" type="slidenum">
              <a:rPr lang="ar-SA" sz="1800">
                <a:solidFill>
                  <a:srgbClr val="8E99CC"/>
                </a:solidFill>
                <a:latin typeface="Readex Pro"/>
                <a:ea typeface="Readex Pro"/>
                <a:cs typeface="Readex Pro"/>
              </a:rPr>
              <a:t>‹#›</a:t>
            </a:fld>
            <a:endParaRPr/>
          </a:p>
        </p:txBody>
      </p:sp>
      <p:pic>
        <p:nvPicPr>
          <p:cNvPr id="735927859" name="Google Shape;864;p27"/>
          <p:cNvPicPr/>
          <p:nvPr/>
        </p:nvPicPr>
        <p:blipFill rotWithShape="1">
          <a:blip r:embed="rId5">
            <a:alphaModFix/>
          </a:blip>
          <a:srcRect l="0" t="0" r="0" b="0"/>
          <a:stretch/>
        </p:blipFill>
        <p:spPr bwMode="auto">
          <a:xfrm>
            <a:off x="14458950" y="4000500"/>
            <a:ext cx="1428750" cy="1428750"/>
          </a:xfrm>
          <a:prstGeom prst="rect">
            <a:avLst/>
          </a:prstGeom>
          <a:noFill/>
          <a:ln>
            <a:noFill/>
          </a:ln>
        </p:spPr>
      </p:pic>
      <p:sp>
        <p:nvSpPr>
          <p:cNvPr id="66484396" name="Google Shape;865;p27"/>
          <p:cNvSpPr txBox="1"/>
          <p:nvPr>
            <p:ph type="body" idx="3"/>
          </p:nvPr>
        </p:nvSpPr>
        <p:spPr bwMode="auto">
          <a:xfrm>
            <a:off x="13411200" y="6048375"/>
            <a:ext cx="3524400" cy="7431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1">
                <a:solidFill>
                  <a:srgbClr val="F2F4FF"/>
                </a:solidFill>
                <a:latin typeface="Readex Pro"/>
                <a:ea typeface="Readex Pro"/>
                <a:cs typeface="Readex Pro"/>
              </a:rPr>
              <a:t>ذكاء اصطناعي منضبط</a:t>
            </a:r>
            <a:endParaRPr/>
          </a:p>
        </p:txBody>
      </p:sp>
      <p:sp>
        <p:nvSpPr>
          <p:cNvPr id="891437678" name="Google Shape;866;p27"/>
          <p:cNvSpPr txBox="1"/>
          <p:nvPr>
            <p:ph type="body" idx="4"/>
          </p:nvPr>
        </p:nvSpPr>
        <p:spPr bwMode="auto">
          <a:xfrm>
            <a:off x="13411200" y="7162800"/>
            <a:ext cx="3524400" cy="11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اقتباس حرفي يُتحقق منه،</a:t>
            </a:r>
            <a:endParaRPr/>
          </a:p>
          <a:p>
            <a:pPr marL="0" lvl="0" indent="0" algn="ct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ويمتنع عند غياب المرجع</a:t>
            </a:r>
            <a:endParaRPr/>
          </a:p>
        </p:txBody>
      </p:sp>
      <p:pic>
        <p:nvPicPr>
          <p:cNvPr id="340617817" name="Google Shape;867;p27"/>
          <p:cNvPicPr/>
          <p:nvPr/>
        </p:nvPicPr>
        <p:blipFill rotWithShape="1">
          <a:blip r:embed="rId6">
            <a:alphaModFix/>
          </a:blip>
          <a:srcRect l="0" t="0" r="0" b="0"/>
          <a:stretch/>
        </p:blipFill>
        <p:spPr bwMode="auto">
          <a:xfrm>
            <a:off x="10458450" y="4000500"/>
            <a:ext cx="1428750" cy="1428750"/>
          </a:xfrm>
          <a:prstGeom prst="rect">
            <a:avLst/>
          </a:prstGeom>
          <a:noFill/>
          <a:ln>
            <a:noFill/>
          </a:ln>
        </p:spPr>
      </p:pic>
      <p:sp>
        <p:nvSpPr>
          <p:cNvPr id="1723366071" name="Google Shape;868;p27"/>
          <p:cNvSpPr txBox="1"/>
          <p:nvPr>
            <p:ph type="body" idx="5"/>
          </p:nvPr>
        </p:nvSpPr>
        <p:spPr bwMode="auto">
          <a:xfrm>
            <a:off x="9410700" y="6048375"/>
            <a:ext cx="3524400" cy="7431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1">
                <a:solidFill>
                  <a:srgbClr val="F2F4FF"/>
                </a:solidFill>
                <a:latin typeface="Readex Pro"/>
                <a:ea typeface="Readex Pro"/>
                <a:cs typeface="Readex Pro"/>
              </a:rPr>
              <a:t>قاموس المصطلحات</a:t>
            </a:r>
            <a:endParaRPr/>
          </a:p>
        </p:txBody>
      </p:sp>
      <p:sp>
        <p:nvSpPr>
          <p:cNvPr id="2048494057" name="Google Shape;869;p27"/>
          <p:cNvSpPr txBox="1"/>
          <p:nvPr>
            <p:ph type="body" idx="6"/>
          </p:nvPr>
        </p:nvSpPr>
        <p:spPr bwMode="auto">
          <a:xfrm>
            <a:off x="9410700" y="7162800"/>
            <a:ext cx="3524400" cy="11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تعريفات مبسطة بمقابل</a:t>
            </a:r>
            <a:endParaRPr/>
          </a:p>
          <a:p>
            <a:pPr marL="0" lvl="0" indent="0" algn="ct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إنجليزي داخل الواجهة</a:t>
            </a:r>
            <a:endParaRPr/>
          </a:p>
        </p:txBody>
      </p:sp>
      <p:pic>
        <p:nvPicPr>
          <p:cNvPr id="375812355" name="Google Shape;870;p27"/>
          <p:cNvPicPr/>
          <p:nvPr/>
        </p:nvPicPr>
        <p:blipFill rotWithShape="1">
          <a:blip r:embed="rId7">
            <a:alphaModFix/>
          </a:blip>
          <a:srcRect l="0" t="0" r="0" b="0"/>
          <a:stretch/>
        </p:blipFill>
        <p:spPr bwMode="auto">
          <a:xfrm>
            <a:off x="6457950" y="4000500"/>
            <a:ext cx="1428750" cy="1428750"/>
          </a:xfrm>
          <a:prstGeom prst="rect">
            <a:avLst/>
          </a:prstGeom>
          <a:noFill/>
          <a:ln>
            <a:noFill/>
          </a:ln>
        </p:spPr>
      </p:pic>
      <p:sp>
        <p:nvSpPr>
          <p:cNvPr id="1376922963" name="Google Shape;871;p27"/>
          <p:cNvSpPr txBox="1"/>
          <p:nvPr>
            <p:ph type="body" idx="7"/>
          </p:nvPr>
        </p:nvSpPr>
        <p:spPr bwMode="auto">
          <a:xfrm>
            <a:off x="5410200" y="6048375"/>
            <a:ext cx="3524400" cy="7431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1">
                <a:solidFill>
                  <a:srgbClr val="F2F4FF"/>
                </a:solidFill>
                <a:latin typeface="Readex Pro"/>
                <a:ea typeface="Readex Pro"/>
                <a:cs typeface="Readex Pro"/>
              </a:rPr>
              <a:t>أقوال منسوبة</a:t>
            </a:r>
            <a:endParaRPr/>
          </a:p>
        </p:txBody>
      </p:sp>
      <p:sp>
        <p:nvSpPr>
          <p:cNvPr id="1291210075" name="Google Shape;872;p27"/>
          <p:cNvSpPr txBox="1"/>
          <p:nvPr>
            <p:ph type="body" idx="8"/>
          </p:nvPr>
        </p:nvSpPr>
        <p:spPr bwMode="auto">
          <a:xfrm>
            <a:off x="5410200" y="7162800"/>
            <a:ext cx="3524400" cy="11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تُعرض الأقوال بأسمائها</a:t>
            </a:r>
            <a:endParaRPr/>
          </a:p>
          <a:p>
            <a:pPr marL="0" lvl="0" indent="0" algn="ct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مع مصدر كل قول</a:t>
            </a:r>
            <a:endParaRPr/>
          </a:p>
        </p:txBody>
      </p:sp>
      <p:pic>
        <p:nvPicPr>
          <p:cNvPr id="1903155528" name="Google Shape;873;p27"/>
          <p:cNvPicPr/>
          <p:nvPr/>
        </p:nvPicPr>
        <p:blipFill rotWithShape="1">
          <a:blip r:embed="rId8">
            <a:alphaModFix/>
          </a:blip>
          <a:srcRect l="0" t="0" r="0" b="0"/>
          <a:stretch/>
        </p:blipFill>
        <p:spPr bwMode="auto">
          <a:xfrm>
            <a:off x="2457450" y="4000500"/>
            <a:ext cx="1428750" cy="1428750"/>
          </a:xfrm>
          <a:prstGeom prst="rect">
            <a:avLst/>
          </a:prstGeom>
          <a:noFill/>
          <a:ln>
            <a:noFill/>
          </a:ln>
        </p:spPr>
      </p:pic>
      <p:sp>
        <p:nvSpPr>
          <p:cNvPr id="597474968" name="Google Shape;874;p27"/>
          <p:cNvSpPr txBox="1"/>
          <p:nvPr>
            <p:ph type="body" idx="9"/>
          </p:nvPr>
        </p:nvSpPr>
        <p:spPr bwMode="auto">
          <a:xfrm>
            <a:off x="1409700" y="6048375"/>
            <a:ext cx="3524400" cy="7431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1">
                <a:solidFill>
                  <a:srgbClr val="F2F4FF"/>
                </a:solidFill>
                <a:latin typeface="Readex Pro"/>
                <a:ea typeface="Readex Pro"/>
                <a:cs typeface="Readex Pro"/>
              </a:rPr>
              <a:t>حالة الدليل</a:t>
            </a:r>
            <a:endParaRPr/>
          </a:p>
        </p:txBody>
      </p:sp>
      <p:sp>
        <p:nvSpPr>
          <p:cNvPr id="1832925308" name="Google Shape;875;p27"/>
          <p:cNvSpPr txBox="1"/>
          <p:nvPr>
            <p:ph type="body" idx="13"/>
          </p:nvPr>
        </p:nvSpPr>
        <p:spPr bwMode="auto">
          <a:xfrm>
            <a:off x="1409700" y="7162800"/>
            <a:ext cx="3524400" cy="11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مؤيَّد بنص مصدر، أو</a:t>
            </a:r>
            <a:endParaRPr/>
          </a:p>
          <a:p>
            <a:pPr marL="0" lvl="0" indent="0" algn="ct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يتطلب تحققاً، أو لا يوجد مرجع كافٍ</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59712520" name="Google Shape;709;p20" title="خلفية هكثون5.png"/>
          <p:cNvPicPr/>
          <p:nvPr/>
        </p:nvPicPr>
        <p:blipFill rotWithShape="1">
          <a:blip r:embed="rId3">
            <a:alphaModFix/>
          </a:blip>
          <a:stretch/>
        </p:blipFill>
        <p:spPr bwMode="auto">
          <a:xfrm>
            <a:off x="0" y="0"/>
            <a:ext cx="18288000" cy="10287000"/>
          </a:xfrm>
          <a:prstGeom prst="rect">
            <a:avLst/>
          </a:prstGeom>
          <a:noFill/>
          <a:ln>
            <a:noFill/>
          </a:ln>
        </p:spPr>
      </p:pic>
      <p:sp>
        <p:nvSpPr>
          <p:cNvPr id="848655203" name="Google Shape;710;p20"/>
          <p:cNvSpPr txBox="1"/>
          <p:nvPr>
            <p:ph type="body" idx="1"/>
          </p:nvPr>
        </p:nvSpPr>
        <p:spPr bwMode="auto">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6150EA"/>
                </a:solidFill>
                <a:latin typeface="Readex Pro"/>
                <a:ea typeface="Readex Pro"/>
                <a:cs typeface="Readex Pro"/>
              </a:rPr>
              <a:t>السلامة العلمية</a:t>
            </a:r>
            <a:endParaRPr/>
          </a:p>
        </p:txBody>
      </p:sp>
      <p:sp>
        <p:nvSpPr>
          <p:cNvPr id="1664592704" name="Google Shape;711;p20"/>
          <p:cNvSpPr txBox="1"/>
          <p:nvPr>
            <p:ph type="title"/>
          </p:nvPr>
        </p:nvSpPr>
        <p:spPr bwMode="auto">
          <a:xfrm>
            <a:off x="6637950" y="1809750"/>
            <a:ext cx="102024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defRPr/>
            </a:pPr>
            <a:r>
              <a:rPr lang="ar-SA" sz="4500" b="1">
                <a:solidFill>
                  <a:srgbClr val="12183F"/>
                </a:solidFill>
                <a:latin typeface="Readex Pro"/>
                <a:ea typeface="Readex Pro"/>
                <a:cs typeface="Readex Pro"/>
              </a:rPr>
              <a:t>حدود واضحة لا تتجاوزها الأداة</a:t>
            </a:r>
            <a:endParaRPr/>
          </a:p>
        </p:txBody>
      </p:sp>
      <p:sp>
        <p:nvSpPr>
          <p:cNvPr id="1919323526" name="Google Shape;712;p20"/>
          <p:cNvSpPr txBox="1"/>
          <p:nvPr>
            <p:ph type="body" idx="2"/>
          </p:nvPr>
        </p:nvSpPr>
        <p:spPr bwMode="auto">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b="0">
                <a:solidFill>
                  <a:srgbClr val="4A5590"/>
                </a:solidFill>
                <a:latin typeface="Readex Pro"/>
                <a:ea typeface="Readex Pro"/>
                <a:cs typeface="Readex Pro"/>
              </a:rPr>
              <a:t>منسجمة مع ضوابط المرجعية العلمية للتحدي</a:t>
            </a:r>
            <a:endParaRPr/>
          </a:p>
        </p:txBody>
      </p:sp>
      <p:sp>
        <p:nvSpPr>
          <p:cNvPr id="2036214764" name="Google Shape;713;p20"/>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defRPr/>
            </a:pPr>
            <a:fld id="{00000000-1234-1234-1234-123412341234}" type="slidenum">
              <a:rPr lang="ar-SA" sz="1800">
                <a:solidFill>
                  <a:srgbClr val="4A5590"/>
                </a:solidFill>
                <a:latin typeface="Readex Pro"/>
                <a:ea typeface="Readex Pro"/>
                <a:cs typeface="Readex Pro"/>
              </a:rPr>
              <a:t>‹#›</a:t>
            </a:fld>
            <a:endParaRPr/>
          </a:p>
        </p:txBody>
      </p:sp>
      <p:sp>
        <p:nvSpPr>
          <p:cNvPr id="1044235853" name="Google Shape;714;p20"/>
          <p:cNvSpPr txBox="1"/>
          <p:nvPr>
            <p:ph type="body" idx="3"/>
          </p:nvPr>
        </p:nvSpPr>
        <p:spPr bwMode="auto">
          <a:xfrm>
            <a:off x="9505950" y="3952875"/>
            <a:ext cx="7334399"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12183F"/>
                </a:solidFill>
                <a:latin typeface="Readex Pro"/>
                <a:ea typeface="Readex Pro"/>
                <a:cs typeface="Readex Pro"/>
              </a:rPr>
              <a:t>لا فتوى ولا حكم نهائي</a:t>
            </a:r>
            <a:endParaRPr/>
          </a:p>
        </p:txBody>
      </p:sp>
      <p:sp>
        <p:nvSpPr>
          <p:cNvPr id="393614203" name="Google Shape;715;p20"/>
          <p:cNvSpPr txBox="1"/>
          <p:nvPr>
            <p:ph type="body" idx="4"/>
          </p:nvPr>
        </p:nvSpPr>
        <p:spPr bwMode="auto">
          <a:xfrm>
            <a:off x="9505950" y="4657725"/>
            <a:ext cx="7334399"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defRPr/>
            </a:pPr>
            <a:r>
              <a:rPr lang="ar-SA" sz="2400" b="0">
                <a:solidFill>
                  <a:srgbClr val="4A5590"/>
                </a:solidFill>
                <a:latin typeface="Readex Pro"/>
                <a:ea typeface="Readex Pro"/>
                <a:cs typeface="Readex Pro"/>
              </a:rPr>
              <a:t>تُعرض الأقوال والمؤشرات، ويُحال إلى الدرر السنية وأهل الاختصاص</a:t>
            </a:r>
            <a:endParaRPr/>
          </a:p>
        </p:txBody>
      </p:sp>
      <p:sp>
        <p:nvSpPr>
          <p:cNvPr id="47688172" name="Google Shape;716;p20"/>
          <p:cNvSpPr txBox="1"/>
          <p:nvPr>
            <p:ph type="body" idx="5"/>
          </p:nvPr>
        </p:nvSpPr>
        <p:spPr bwMode="auto">
          <a:xfrm>
            <a:off x="1714500" y="3952875"/>
            <a:ext cx="6953250" cy="590549"/>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12183F"/>
                </a:solidFill>
                <a:latin typeface="Readex Pro"/>
                <a:ea typeface="Readex Pro"/>
                <a:cs typeface="Readex Pro"/>
              </a:rPr>
              <a:t>امتناع عند غياب المرجع</a:t>
            </a:r>
            <a:endParaRPr/>
          </a:p>
        </p:txBody>
      </p:sp>
      <p:sp>
        <p:nvSpPr>
          <p:cNvPr id="1682225954" name="Google Shape;717;p20"/>
          <p:cNvSpPr txBox="1"/>
          <p:nvPr>
            <p:ph type="body" idx="6"/>
          </p:nvPr>
        </p:nvSpPr>
        <p:spPr bwMode="auto">
          <a:xfrm>
            <a:off x="1714500" y="4657725"/>
            <a:ext cx="695325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defRPr/>
            </a:pPr>
            <a:r>
              <a:rPr lang="ar-SA" sz="2400" b="0">
                <a:solidFill>
                  <a:srgbClr val="4A5590"/>
                </a:solidFill>
                <a:latin typeface="Readex Pro"/>
                <a:ea typeface="Readex Pro"/>
                <a:cs typeface="Readex Pro"/>
              </a:rPr>
              <a:t>راوٍ بلا أقوال مسجلة: لا تصنيف ولا تخمين، وتظهر عبارة «لا يوجد مرجع كافٍ»</a:t>
            </a:r>
            <a:endParaRPr/>
          </a:p>
        </p:txBody>
      </p:sp>
      <p:sp>
        <p:nvSpPr>
          <p:cNvPr id="928792565" name="Google Shape;718;p20"/>
          <p:cNvSpPr txBox="1"/>
          <p:nvPr>
            <p:ph type="body" idx="7"/>
          </p:nvPr>
        </p:nvSpPr>
        <p:spPr bwMode="auto">
          <a:xfrm>
            <a:off x="9505950" y="6619875"/>
            <a:ext cx="7334399"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12183F"/>
                </a:solidFill>
                <a:latin typeface="Readex Pro"/>
                <a:ea typeface="Readex Pro"/>
                <a:cs typeface="Readex Pro"/>
              </a:rPr>
              <a:t>اقتباس حرفي يُتحقق منه</a:t>
            </a:r>
            <a:endParaRPr/>
          </a:p>
        </p:txBody>
      </p:sp>
      <p:sp>
        <p:nvSpPr>
          <p:cNvPr id="1049471905" name="Google Shape;719;p20"/>
          <p:cNvSpPr txBox="1"/>
          <p:nvPr>
            <p:ph type="body" idx="8"/>
          </p:nvPr>
        </p:nvSpPr>
        <p:spPr bwMode="auto">
          <a:xfrm>
            <a:off x="9505950" y="7324725"/>
            <a:ext cx="7334399"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defRPr/>
            </a:pPr>
            <a:r>
              <a:rPr lang="ar-SA" sz="2400" b="0">
                <a:solidFill>
                  <a:srgbClr val="4A5590"/>
                </a:solidFill>
                <a:latin typeface="Readex Pro"/>
                <a:ea typeface="Readex Pro"/>
                <a:cs typeface="Readex Pro"/>
              </a:rPr>
              <a:t>يُرفض أي اقتباس لا يطابق نص الأقوال المسجلة، وأي درجة لا يعرفها المقياس</a:t>
            </a:r>
            <a:endParaRPr/>
          </a:p>
        </p:txBody>
      </p:sp>
      <p:sp>
        <p:nvSpPr>
          <p:cNvPr id="1249623221" name="Google Shape;720;p20"/>
          <p:cNvSpPr txBox="1"/>
          <p:nvPr>
            <p:ph type="body" idx="9"/>
          </p:nvPr>
        </p:nvSpPr>
        <p:spPr bwMode="auto">
          <a:xfrm>
            <a:off x="1714500" y="6619875"/>
            <a:ext cx="6953250" cy="590549"/>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12183F"/>
                </a:solidFill>
                <a:latin typeface="Readex Pro"/>
                <a:ea typeface="Readex Pro"/>
                <a:cs typeface="Readex Pro"/>
              </a:rPr>
              <a:t>شفافية دائمة</a:t>
            </a:r>
            <a:endParaRPr/>
          </a:p>
        </p:txBody>
      </p:sp>
      <p:sp>
        <p:nvSpPr>
          <p:cNvPr id="1347961166" name="Google Shape;721;p20"/>
          <p:cNvSpPr txBox="1"/>
          <p:nvPr>
            <p:ph type="body" idx="13"/>
          </p:nvPr>
        </p:nvSpPr>
        <p:spPr bwMode="auto">
          <a:xfrm>
            <a:off x="1714500" y="7324725"/>
            <a:ext cx="695325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defRPr/>
            </a:pPr>
            <a:r>
              <a:rPr lang="ar-SA" sz="2400" b="0">
                <a:solidFill>
                  <a:srgbClr val="4A5590"/>
                </a:solidFill>
                <a:latin typeface="Readex Pro"/>
                <a:ea typeface="Readex Pro"/>
                <a:cs typeface="Readex Pro"/>
              </a:rPr>
              <a:t>تنبيه ظاهر بأن الملخص مولَّد بمساعدة الذكاء الاصطناعي، مع الأقوال الأصلية</a:t>
            </a:r>
            <a:endParaRPr/>
          </a:p>
        </p:txBody>
      </p:sp>
      <p:pic>
        <p:nvPicPr>
          <p:cNvPr id="1336411066" name="Google Shape;722;p20" title="شعار تحدي الذكاء.png"/>
          <p:cNvPicPr/>
          <p:nvPr/>
        </p:nvPicPr>
        <p:blipFill rotWithShape="1">
          <a:blip r:embed="rId4">
            <a:alphaModFix/>
          </a:blip>
          <a:stretch/>
        </p:blipFill>
        <p:spPr bwMode="auto">
          <a:xfrm>
            <a:off x="1015225" y="572270"/>
            <a:ext cx="3490299" cy="110945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2183F"/>
        </a:solidFill>
      </p:bgPr>
    </p:bg>
    <p:spTree>
      <p:nvGrpSpPr>
        <p:cNvPr id="1" name=""/>
        <p:cNvGrpSpPr/>
        <p:nvPr/>
      </p:nvGrpSpPr>
      <p:grpSpPr bwMode="auto">
        <a:xfrm>
          <a:off x="0" y="0"/>
          <a:ext cx="0" cy="0"/>
          <a:chOff x="0" y="0"/>
          <a:chExt cx="0" cy="0"/>
        </a:xfrm>
      </p:grpSpPr>
      <p:pic>
        <p:nvPicPr>
          <p:cNvPr id="1799888556" name="Google Shape;601;p15"/>
          <p:cNvPicPr/>
          <p:nvPr/>
        </p:nvPicPr>
        <p:blipFill rotWithShape="1">
          <a:blip r:embed="rId3">
            <a:alphaModFix/>
          </a:blip>
          <a:srcRect l="0" t="0" r="0" b="0"/>
          <a:stretch/>
        </p:blipFill>
        <p:spPr bwMode="auto">
          <a:xfrm>
            <a:off x="0" y="0"/>
            <a:ext cx="18288000" cy="10287000"/>
          </a:xfrm>
          <a:prstGeom prst="rect">
            <a:avLst/>
          </a:prstGeom>
          <a:noFill/>
          <a:ln>
            <a:noFill/>
          </a:ln>
        </p:spPr>
      </p:pic>
      <p:sp>
        <p:nvSpPr>
          <p:cNvPr id="673023579" name="Google Shape;602;p15"/>
          <p:cNvSpPr/>
          <p:nvPr/>
        </p:nvSpPr>
        <p:spPr bwMode="auto">
          <a:xfrm>
            <a:off x="7391400" y="9467850"/>
            <a:ext cx="9144000" cy="400200"/>
          </a:xfrm>
          <a:prstGeom prst="rect">
            <a:avLst/>
          </a:prstGeom>
          <a:noFill/>
          <a:ln>
            <a:noFill/>
          </a:ln>
        </p:spPr>
        <p:txBody>
          <a:bodyPr spcFirstLastPara="1" wrap="square" lIns="0" tIns="0" rIns="0" bIns="0" anchor="t" anchorCtr="0">
            <a:noAutofit/>
          </a:bodyPr>
          <a:lstStyle/>
          <a:p>
            <a:pPr marL="0" marR="0" lvl="0" indent="0" algn="r" rtl="1">
              <a:spcBef>
                <a:spcPts val="0"/>
              </a:spcBef>
              <a:spcAft>
                <a:spcPts val="0"/>
              </a:spcAft>
              <a:buNone/>
              <a:defRPr/>
            </a:pPr>
            <a:r>
              <a:rPr lang="ar-SA" sz="1350" b="0">
                <a:solidFill>
                  <a:srgbClr val="8E99CC"/>
                </a:solidFill>
                <a:latin typeface="Readex Pro"/>
                <a:ea typeface="Readex Pro"/>
                <a:cs typeface="Readex Pro"/>
              </a:rPr>
              <a:t>تحدي الذكاء الاصطناعي في خدمة المحتوى الإسلامي</a:t>
            </a:r>
            <a:endParaRPr/>
          </a:p>
        </p:txBody>
      </p:sp>
      <p:pic>
        <p:nvPicPr>
          <p:cNvPr id="1839598733" name="Google Shape;603;p15"/>
          <p:cNvPicPr/>
          <p:nvPr/>
        </p:nvPicPr>
        <p:blipFill rotWithShape="1">
          <a:blip r:embed="rId4">
            <a:alphaModFix/>
          </a:blip>
          <a:srcRect l="0" t="0" r="0" b="0"/>
          <a:stretch/>
        </p:blipFill>
        <p:spPr bwMode="auto">
          <a:xfrm>
            <a:off x="1066800" y="693967"/>
            <a:ext cx="3429002" cy="879015"/>
          </a:xfrm>
          <a:prstGeom prst="rect">
            <a:avLst/>
          </a:prstGeom>
          <a:noFill/>
          <a:ln>
            <a:noFill/>
          </a:ln>
        </p:spPr>
      </p:pic>
      <p:sp>
        <p:nvSpPr>
          <p:cNvPr id="1949894444" name="Google Shape;604;p15"/>
          <p:cNvSpPr txBox="1"/>
          <p:nvPr>
            <p:ph type="body" idx="1"/>
          </p:nvPr>
        </p:nvSpPr>
        <p:spPr bwMode="auto">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2EF2C2"/>
                </a:solidFill>
                <a:latin typeface="Readex Pro"/>
                <a:ea typeface="Readex Pro"/>
                <a:cs typeface="Readex Pro"/>
              </a:rPr>
              <a:t>البيانات</a:t>
            </a:r>
            <a:endParaRPr/>
          </a:p>
        </p:txBody>
      </p:sp>
      <p:sp>
        <p:nvSpPr>
          <p:cNvPr id="1446803544" name="Google Shape;605;p15"/>
          <p:cNvSpPr txBox="1"/>
          <p:nvPr>
            <p:ph type="title"/>
          </p:nvPr>
        </p:nvSpPr>
        <p:spPr bwMode="auto">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defRPr/>
            </a:pPr>
            <a:r>
              <a:rPr lang="ar-SA" sz="4500" b="1">
                <a:solidFill>
                  <a:srgbClr val="F2F4FF"/>
                </a:solidFill>
                <a:latin typeface="Readex Pro"/>
                <a:ea typeface="Readex Pro"/>
                <a:cs typeface="Readex Pro"/>
              </a:rPr>
              <a:t>قاعدة بيانات المشروع</a:t>
            </a:r>
            <a:endParaRPr/>
          </a:p>
        </p:txBody>
      </p:sp>
      <p:sp>
        <p:nvSpPr>
          <p:cNvPr id="47738158" name="Google Shape;606;p15"/>
          <p:cNvSpPr txBox="1"/>
          <p:nvPr>
            <p:ph type="body" idx="2"/>
          </p:nvPr>
        </p:nvSpPr>
        <p:spPr bwMode="auto">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الحالة الراهنة</a:t>
            </a:r>
            <a:endParaRPr/>
          </a:p>
        </p:txBody>
      </p:sp>
      <p:sp>
        <p:nvSpPr>
          <p:cNvPr id="135594447" name="Google Shape;607;p15"/>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defRPr/>
            </a:pPr>
            <a:fld id="{00000000-1234-1234-1234-123412341234}" type="slidenum">
              <a:rPr lang="ar-SA" sz="1800">
                <a:solidFill>
                  <a:srgbClr val="8E99CC"/>
                </a:solidFill>
                <a:latin typeface="Readex Pro"/>
                <a:ea typeface="Readex Pro"/>
                <a:cs typeface="Readex Pro"/>
              </a:rPr>
              <a:t>‹#›</a:t>
            </a:fld>
            <a:endParaRPr/>
          </a:p>
        </p:txBody>
      </p:sp>
      <p:sp>
        <p:nvSpPr>
          <p:cNvPr id="692460907" name="Google Shape;608;p15"/>
          <p:cNvSpPr txBox="1"/>
          <p:nvPr>
            <p:ph type="body" idx="3"/>
          </p:nvPr>
        </p:nvSpPr>
        <p:spPr bwMode="auto">
          <a:xfrm>
            <a:off x="137160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defRPr/>
            </a:pPr>
            <a:r>
              <a:rPr lang="ar-SA" sz="4400" b="1">
                <a:solidFill>
                  <a:srgbClr val="2EF2C2"/>
                </a:solidFill>
                <a:latin typeface="Readex Pro"/>
                <a:ea typeface="Readex Pro"/>
                <a:cs typeface="Readex Pro"/>
              </a:rPr>
              <a:t>31</a:t>
            </a:r>
            <a:endParaRPr/>
          </a:p>
        </p:txBody>
      </p:sp>
      <p:sp>
        <p:nvSpPr>
          <p:cNvPr id="740223861" name="Google Shape;609;p15"/>
          <p:cNvSpPr txBox="1"/>
          <p:nvPr>
            <p:ph type="body" idx="4"/>
          </p:nvPr>
        </p:nvSpPr>
        <p:spPr bwMode="auto">
          <a:xfrm>
            <a:off x="137160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defRPr/>
            </a:pPr>
            <a:r>
              <a:rPr lang="ar-SA" sz="2550" b="1">
                <a:solidFill>
                  <a:srgbClr val="F2F4FF"/>
                </a:solidFill>
                <a:latin typeface="Readex Pro"/>
                <a:ea typeface="Readex Pro"/>
                <a:cs typeface="Readex Pro"/>
              </a:rPr>
              <a:t>كتاب حديث</a:t>
            </a:r>
            <a:endParaRPr/>
          </a:p>
        </p:txBody>
      </p:sp>
      <p:sp>
        <p:nvSpPr>
          <p:cNvPr id="950519698" name="Google Shape;610;p15"/>
          <p:cNvSpPr txBox="1"/>
          <p:nvPr>
            <p:ph type="body" idx="5"/>
          </p:nvPr>
        </p:nvSpPr>
        <p:spPr bwMode="auto">
          <a:xfrm>
            <a:off x="137160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defRPr/>
            </a:pPr>
            <a:r>
              <a:rPr lang="ar-SA" sz="2050" b="0">
                <a:solidFill>
                  <a:srgbClr val="CBCFE6"/>
                </a:solidFill>
                <a:latin typeface="Readex Pro"/>
                <a:ea typeface="Readex Pro"/>
                <a:cs typeface="Readex Pro"/>
              </a:rPr>
              <a:t>مجموعة سنية مسندة</a:t>
            </a:r>
            <a:endParaRPr/>
          </a:p>
        </p:txBody>
      </p:sp>
      <p:sp>
        <p:nvSpPr>
          <p:cNvPr id="518376739" name="Google Shape;611;p15"/>
          <p:cNvSpPr txBox="1"/>
          <p:nvPr>
            <p:ph type="body" idx="6"/>
          </p:nvPr>
        </p:nvSpPr>
        <p:spPr bwMode="auto">
          <a:xfrm>
            <a:off x="97155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defRPr/>
            </a:pPr>
            <a:r>
              <a:rPr lang="ar-SA" sz="4400" b="1">
                <a:solidFill>
                  <a:srgbClr val="2EF2C2"/>
                </a:solidFill>
                <a:latin typeface="Readex Pro"/>
                <a:ea typeface="Readex Pro"/>
                <a:cs typeface="Readex Pro"/>
              </a:rPr>
              <a:t>274,597</a:t>
            </a:r>
            <a:endParaRPr/>
          </a:p>
        </p:txBody>
      </p:sp>
      <p:sp>
        <p:nvSpPr>
          <p:cNvPr id="1048003186" name="Google Shape;612;p15"/>
          <p:cNvSpPr txBox="1"/>
          <p:nvPr>
            <p:ph type="body" idx="7"/>
          </p:nvPr>
        </p:nvSpPr>
        <p:spPr bwMode="auto">
          <a:xfrm>
            <a:off x="97155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defRPr/>
            </a:pPr>
            <a:r>
              <a:rPr lang="ar-SA" sz="2550" b="1">
                <a:solidFill>
                  <a:srgbClr val="F2F4FF"/>
                </a:solidFill>
                <a:latin typeface="Readex Pro"/>
                <a:ea typeface="Readex Pro"/>
                <a:cs typeface="Readex Pro"/>
              </a:rPr>
              <a:t>حديث وأثر</a:t>
            </a:r>
            <a:endParaRPr/>
          </a:p>
        </p:txBody>
      </p:sp>
      <p:sp>
        <p:nvSpPr>
          <p:cNvPr id="1616215197" name="Google Shape;613;p15"/>
          <p:cNvSpPr txBox="1"/>
          <p:nvPr>
            <p:ph type="body" idx="8"/>
          </p:nvPr>
        </p:nvSpPr>
        <p:spPr bwMode="auto">
          <a:xfrm>
            <a:off x="97155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defRPr/>
            </a:pPr>
            <a:r>
              <a:rPr lang="ar-SA" sz="2050" b="0">
                <a:solidFill>
                  <a:srgbClr val="CBCFE6"/>
                </a:solidFill>
                <a:latin typeface="Readex Pro"/>
                <a:ea typeface="Readex Pro"/>
                <a:cs typeface="Readex Pro"/>
              </a:rPr>
              <a:t>مفهرس للبحث</a:t>
            </a:r>
            <a:endParaRPr/>
          </a:p>
        </p:txBody>
      </p:sp>
      <p:sp>
        <p:nvSpPr>
          <p:cNvPr id="140241979" name="Google Shape;614;p15"/>
          <p:cNvSpPr txBox="1"/>
          <p:nvPr>
            <p:ph type="body" idx="9"/>
          </p:nvPr>
        </p:nvSpPr>
        <p:spPr bwMode="auto">
          <a:xfrm>
            <a:off x="57150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defRPr/>
            </a:pPr>
            <a:r>
              <a:rPr lang="ar-SA" sz="4400" b="1">
                <a:solidFill>
                  <a:srgbClr val="2EF2C2"/>
                </a:solidFill>
                <a:latin typeface="Readex Pro"/>
                <a:ea typeface="Readex Pro"/>
                <a:cs typeface="Readex Pro"/>
              </a:rPr>
              <a:t>1,217,978</a:t>
            </a:r>
            <a:endParaRPr/>
          </a:p>
        </p:txBody>
      </p:sp>
      <p:sp>
        <p:nvSpPr>
          <p:cNvPr id="83561752" name="Google Shape;615;p15"/>
          <p:cNvSpPr txBox="1"/>
          <p:nvPr>
            <p:ph type="body" idx="13"/>
          </p:nvPr>
        </p:nvSpPr>
        <p:spPr bwMode="auto">
          <a:xfrm>
            <a:off x="57150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defRPr/>
            </a:pPr>
            <a:r>
              <a:rPr lang="ar-SA" sz="2550" b="1">
                <a:solidFill>
                  <a:srgbClr val="F2F4FF"/>
                </a:solidFill>
                <a:latin typeface="Readex Pro"/>
                <a:ea typeface="Readex Pro"/>
                <a:cs typeface="Readex Pro"/>
              </a:rPr>
              <a:t>حلقة إسناد</a:t>
            </a:r>
            <a:endParaRPr/>
          </a:p>
        </p:txBody>
      </p:sp>
      <p:sp>
        <p:nvSpPr>
          <p:cNvPr id="1401887728" name="Google Shape;616;p15"/>
          <p:cNvSpPr txBox="1"/>
          <p:nvPr>
            <p:ph type="body" idx="14"/>
          </p:nvPr>
        </p:nvSpPr>
        <p:spPr bwMode="auto">
          <a:xfrm>
            <a:off x="57150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defRPr/>
            </a:pPr>
            <a:r>
              <a:rPr lang="ar-SA" sz="2050" b="0">
                <a:solidFill>
                  <a:srgbClr val="CBCFE6"/>
                </a:solidFill>
                <a:latin typeface="Readex Pro"/>
                <a:ea typeface="Readex Pro"/>
                <a:cs typeface="Readex Pro"/>
              </a:rPr>
              <a:t>شيخ ← تلميذ</a:t>
            </a:r>
            <a:endParaRPr/>
          </a:p>
        </p:txBody>
      </p:sp>
      <p:sp>
        <p:nvSpPr>
          <p:cNvPr id="4058155" name="Google Shape;617;p15"/>
          <p:cNvSpPr txBox="1"/>
          <p:nvPr>
            <p:ph type="body" idx="15"/>
          </p:nvPr>
        </p:nvSpPr>
        <p:spPr bwMode="auto">
          <a:xfrm>
            <a:off x="1714500" y="4333875"/>
            <a:ext cx="3429000" cy="15240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050"/>
              <a:buNone/>
              <a:defRPr/>
            </a:pPr>
            <a:r>
              <a:rPr lang="ar-SA" sz="4400" b="1">
                <a:solidFill>
                  <a:srgbClr val="2EF2C2"/>
                </a:solidFill>
                <a:latin typeface="Readex Pro"/>
                <a:ea typeface="Readex Pro"/>
                <a:cs typeface="Readex Pro"/>
              </a:rPr>
              <a:t>23,502</a:t>
            </a:r>
            <a:endParaRPr/>
          </a:p>
        </p:txBody>
      </p:sp>
      <p:sp>
        <p:nvSpPr>
          <p:cNvPr id="1892317047" name="Google Shape;618;p15"/>
          <p:cNvSpPr txBox="1"/>
          <p:nvPr>
            <p:ph type="body" idx="16"/>
          </p:nvPr>
        </p:nvSpPr>
        <p:spPr bwMode="auto">
          <a:xfrm>
            <a:off x="1714500" y="6048375"/>
            <a:ext cx="3429000" cy="7143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550"/>
              <a:buNone/>
              <a:defRPr/>
            </a:pPr>
            <a:r>
              <a:rPr lang="ar-SA" sz="2550" b="1">
                <a:solidFill>
                  <a:srgbClr val="F2F4FF"/>
                </a:solidFill>
                <a:latin typeface="Readex Pro"/>
                <a:ea typeface="Readex Pro"/>
                <a:cs typeface="Readex Pro"/>
              </a:rPr>
              <a:t>راوٍ</a:t>
            </a:r>
            <a:endParaRPr/>
          </a:p>
        </p:txBody>
      </p:sp>
      <p:sp>
        <p:nvSpPr>
          <p:cNvPr id="2116264876" name="Google Shape;619;p15"/>
          <p:cNvSpPr txBox="1"/>
          <p:nvPr>
            <p:ph type="body" idx="17"/>
          </p:nvPr>
        </p:nvSpPr>
        <p:spPr bwMode="auto">
          <a:xfrm>
            <a:off x="1714500" y="7000875"/>
            <a:ext cx="3429000" cy="1000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025"/>
              <a:buNone/>
              <a:defRPr/>
            </a:pPr>
            <a:r>
              <a:rPr lang="ar-SA" sz="2050" b="0">
                <a:solidFill>
                  <a:srgbClr val="CBCFE6"/>
                </a:solidFill>
                <a:latin typeface="Readex Pro"/>
                <a:ea typeface="Readex Pro"/>
                <a:cs typeface="Readex Pro"/>
              </a:rPr>
              <a:t>مرتبط بأقوال العلماء حيث تتوفر</a:t>
            </a:r>
            <a:endParaRPr/>
          </a:p>
        </p:txBody>
      </p:sp>
      <p:sp>
        <p:nvSpPr>
          <p:cNvPr id="208941341" name="Google Shape;620;p15"/>
          <p:cNvSpPr txBox="1"/>
          <p:nvPr>
            <p:ph type="body" idx="18"/>
          </p:nvPr>
        </p:nvSpPr>
        <p:spPr bwMode="auto">
          <a:xfrm>
            <a:off x="8381075" y="8763000"/>
            <a:ext cx="8459100" cy="476399"/>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CBCFE6"/>
                </a:solidFill>
                <a:latin typeface="Readex Pro"/>
                <a:ea typeface="Readex Pro"/>
                <a:cs typeface="Readex Pro"/>
              </a:rPr>
              <a:t>المصدر: قاعدة بيانات المشروع، مبنية من المكتبة الشاملة</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2183F"/>
        </a:solidFill>
      </p:bgPr>
    </p:bg>
    <p:spTree>
      <p:nvGrpSpPr>
        <p:cNvPr id="1" name=""/>
        <p:cNvGrpSpPr/>
        <p:nvPr/>
      </p:nvGrpSpPr>
      <p:grpSpPr bwMode="auto">
        <a:xfrm>
          <a:off x="0" y="0"/>
          <a:ext cx="0" cy="0"/>
          <a:chOff x="0" y="0"/>
          <a:chExt cx="0" cy="0"/>
        </a:xfrm>
      </p:grpSpPr>
      <p:pic>
        <p:nvPicPr>
          <p:cNvPr id="190177890" name="Google Shape;498;p9"/>
          <p:cNvPicPr/>
          <p:nvPr/>
        </p:nvPicPr>
        <p:blipFill rotWithShape="1">
          <a:blip r:embed="rId3">
            <a:alphaModFix/>
          </a:blip>
          <a:srcRect l="0" t="0" r="0" b="0"/>
          <a:stretch/>
        </p:blipFill>
        <p:spPr bwMode="auto">
          <a:xfrm>
            <a:off x="0" y="0"/>
            <a:ext cx="18288000" cy="10287000"/>
          </a:xfrm>
          <a:prstGeom prst="rect">
            <a:avLst/>
          </a:prstGeom>
          <a:noFill/>
          <a:ln>
            <a:noFill/>
          </a:ln>
        </p:spPr>
      </p:pic>
      <p:pic>
        <p:nvPicPr>
          <p:cNvPr id="808398272" name="Google Shape;499;p9"/>
          <p:cNvPicPr/>
          <p:nvPr/>
        </p:nvPicPr>
        <p:blipFill rotWithShape="1">
          <a:blip r:embed="rId4">
            <a:alphaModFix/>
          </a:blip>
          <a:srcRect l="0" t="0" r="0" b="0"/>
          <a:stretch/>
        </p:blipFill>
        <p:spPr bwMode="auto">
          <a:xfrm>
            <a:off x="1066800" y="693967"/>
            <a:ext cx="3429002" cy="879015"/>
          </a:xfrm>
          <a:prstGeom prst="rect">
            <a:avLst/>
          </a:prstGeom>
          <a:noFill/>
          <a:ln>
            <a:noFill/>
          </a:ln>
        </p:spPr>
      </p:pic>
      <p:sp>
        <p:nvSpPr>
          <p:cNvPr id="1832108336" name="Google Shape;500;p9"/>
          <p:cNvSpPr txBox="1"/>
          <p:nvPr>
            <p:ph type="body" idx="1"/>
          </p:nvPr>
        </p:nvSpPr>
        <p:spPr bwMode="auto">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2EF2C2"/>
                </a:solidFill>
                <a:latin typeface="Readex Pro"/>
                <a:ea typeface="Readex Pro"/>
                <a:cs typeface="Readex Pro"/>
              </a:rPr>
              <a:t>التقنيات</a:t>
            </a:r>
            <a:endParaRPr/>
          </a:p>
        </p:txBody>
      </p:sp>
      <p:sp>
        <p:nvSpPr>
          <p:cNvPr id="641480285" name="Google Shape;501;p9"/>
          <p:cNvSpPr txBox="1"/>
          <p:nvPr>
            <p:ph type="title"/>
          </p:nvPr>
        </p:nvSpPr>
        <p:spPr bwMode="auto">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defRPr/>
            </a:pPr>
            <a:r>
              <a:rPr lang="ar-SA" sz="4500" b="1">
                <a:solidFill>
                  <a:srgbClr val="F2F4FF"/>
                </a:solidFill>
                <a:latin typeface="Readex Pro"/>
                <a:ea typeface="Readex Pro"/>
                <a:cs typeface="Readex Pro"/>
              </a:rPr>
              <a:t>التقنيات المستخدمة</a:t>
            </a:r>
            <a:endParaRPr/>
          </a:p>
        </p:txBody>
      </p:sp>
      <p:sp>
        <p:nvSpPr>
          <p:cNvPr id="2012596618" name="Google Shape;502;p9"/>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defRPr/>
            </a:pPr>
            <a:fld id="{00000000-1234-1234-1234-123412341234}" type="slidenum">
              <a:rPr lang="ar-SA" sz="1800">
                <a:solidFill>
                  <a:srgbClr val="8E99CC"/>
                </a:solidFill>
                <a:latin typeface="Readex Pro"/>
                <a:ea typeface="Readex Pro"/>
                <a:cs typeface="Readex Pro"/>
              </a:rPr>
              <a:t>‹#›</a:t>
            </a:fld>
            <a:endParaRPr/>
          </a:p>
        </p:txBody>
      </p:sp>
      <p:sp>
        <p:nvSpPr>
          <p:cNvPr id="1413905680" name="Google Shape;503;p9"/>
          <p:cNvSpPr txBox="1"/>
          <p:nvPr>
            <p:ph type="body" idx="2"/>
          </p:nvPr>
        </p:nvSpPr>
        <p:spPr bwMode="auto">
          <a:xfrm>
            <a:off x="12077700" y="3857625"/>
            <a:ext cx="4476900" cy="7239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SzPts val="3900"/>
              <a:buNone/>
              <a:defRPr/>
            </a:pPr>
            <a:r>
              <a:rPr lang="ar-SA" sz="3900" b="1">
                <a:solidFill>
                  <a:srgbClr val="2EF2C2"/>
                </a:solidFill>
                <a:latin typeface="Readex Pro"/>
                <a:ea typeface="Readex Pro"/>
                <a:cs typeface="Readex Pro"/>
              </a:rPr>
              <a:t>01</a:t>
            </a:r>
            <a:endParaRPr/>
          </a:p>
        </p:txBody>
      </p:sp>
      <p:sp>
        <p:nvSpPr>
          <p:cNvPr id="1998260875" name="Google Shape;504;p9"/>
          <p:cNvSpPr txBox="1"/>
          <p:nvPr>
            <p:ph type="body" idx="3"/>
          </p:nvPr>
        </p:nvSpPr>
        <p:spPr bwMode="auto">
          <a:xfrm>
            <a:off x="12077700" y="4724399"/>
            <a:ext cx="4476900" cy="619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F2F4FF"/>
                </a:solidFill>
                <a:latin typeface="Readex Pro"/>
                <a:ea typeface="Readex Pro"/>
                <a:cs typeface="Readex Pro"/>
              </a:rPr>
              <a:t>واجهة المستخدم</a:t>
            </a:r>
            <a:endParaRPr/>
          </a:p>
        </p:txBody>
      </p:sp>
      <p:sp>
        <p:nvSpPr>
          <p:cNvPr id="168761562" name="Google Shape;505;p9"/>
          <p:cNvSpPr txBox="1"/>
          <p:nvPr>
            <p:ph type="body" idx="4"/>
          </p:nvPr>
        </p:nvSpPr>
        <p:spPr bwMode="auto">
          <a:xfrm>
            <a:off x="12077700" y="5419725"/>
            <a:ext cx="4476900" cy="781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Next.js وReact وTypeScript</a:t>
            </a:r>
            <a:endParaRPr/>
          </a:p>
        </p:txBody>
      </p:sp>
      <p:sp>
        <p:nvSpPr>
          <p:cNvPr id="2082371640" name="Google Shape;506;p9"/>
          <p:cNvSpPr txBox="1"/>
          <p:nvPr>
            <p:ph type="body" idx="5"/>
          </p:nvPr>
        </p:nvSpPr>
        <p:spPr bwMode="auto">
          <a:xfrm>
            <a:off x="6743700" y="3857625"/>
            <a:ext cx="4476900" cy="7239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SzPts val="3900"/>
              <a:buNone/>
              <a:defRPr/>
            </a:pPr>
            <a:r>
              <a:rPr lang="ar-SA" sz="3900" b="1">
                <a:solidFill>
                  <a:srgbClr val="2EF2C2"/>
                </a:solidFill>
                <a:latin typeface="Readex Pro"/>
                <a:ea typeface="Readex Pro"/>
                <a:cs typeface="Readex Pro"/>
              </a:rPr>
              <a:t>02</a:t>
            </a:r>
            <a:endParaRPr/>
          </a:p>
        </p:txBody>
      </p:sp>
      <p:sp>
        <p:nvSpPr>
          <p:cNvPr id="1661270393" name="Google Shape;507;p9"/>
          <p:cNvSpPr txBox="1"/>
          <p:nvPr>
            <p:ph type="body" idx="6"/>
          </p:nvPr>
        </p:nvSpPr>
        <p:spPr bwMode="auto">
          <a:xfrm>
            <a:off x="6743700" y="4724399"/>
            <a:ext cx="4476900" cy="619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F2F4FF"/>
                </a:solidFill>
                <a:latin typeface="Readex Pro"/>
                <a:ea typeface="Readex Pro"/>
                <a:cs typeface="Readex Pro"/>
              </a:rPr>
              <a:t>رسم الأسانيد</a:t>
            </a:r>
            <a:endParaRPr/>
          </a:p>
        </p:txBody>
      </p:sp>
      <p:sp>
        <p:nvSpPr>
          <p:cNvPr id="1467208680" name="Google Shape;508;p9"/>
          <p:cNvSpPr txBox="1"/>
          <p:nvPr>
            <p:ph type="body" idx="7"/>
          </p:nvPr>
        </p:nvSpPr>
        <p:spPr bwMode="auto">
          <a:xfrm>
            <a:off x="6743700" y="5419725"/>
            <a:ext cx="4476900" cy="781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a:solidFill>
                  <a:srgbClr val="CBCFE6"/>
                </a:solidFill>
                <a:latin typeface="Readex Pro Light"/>
                <a:ea typeface="Readex Pro Light"/>
                <a:cs typeface="Readex Pro Light"/>
              </a:rPr>
              <a:t>React Flow مع ELK للتخطيط</a:t>
            </a:r>
            <a:endParaRPr>
              <a:latin typeface="Readex Pro Light"/>
              <a:ea typeface="Readex Pro Light"/>
              <a:cs typeface="Readex Pro Light"/>
            </a:endParaRPr>
          </a:p>
        </p:txBody>
      </p:sp>
      <p:sp>
        <p:nvSpPr>
          <p:cNvPr id="1096534166" name="Google Shape;509;p9"/>
          <p:cNvSpPr txBox="1"/>
          <p:nvPr>
            <p:ph type="body" idx="8"/>
          </p:nvPr>
        </p:nvSpPr>
        <p:spPr bwMode="auto">
          <a:xfrm>
            <a:off x="1409700" y="3857625"/>
            <a:ext cx="4476900" cy="7239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SzPts val="3900"/>
              <a:buNone/>
              <a:defRPr/>
            </a:pPr>
            <a:r>
              <a:rPr lang="ar-SA" sz="3900" b="1">
                <a:solidFill>
                  <a:srgbClr val="2EF2C2"/>
                </a:solidFill>
                <a:latin typeface="Readex Pro"/>
                <a:ea typeface="Readex Pro"/>
                <a:cs typeface="Readex Pro"/>
              </a:rPr>
              <a:t>03</a:t>
            </a:r>
            <a:endParaRPr/>
          </a:p>
        </p:txBody>
      </p:sp>
      <p:sp>
        <p:nvSpPr>
          <p:cNvPr id="1266669885" name="Google Shape;510;p9"/>
          <p:cNvSpPr txBox="1"/>
          <p:nvPr>
            <p:ph type="body" idx="9"/>
          </p:nvPr>
        </p:nvSpPr>
        <p:spPr bwMode="auto">
          <a:xfrm>
            <a:off x="1409700" y="4724399"/>
            <a:ext cx="4476900" cy="619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F2F4FF"/>
                </a:solidFill>
                <a:latin typeface="Readex Pro"/>
                <a:ea typeface="Readex Pro"/>
                <a:cs typeface="Readex Pro"/>
              </a:rPr>
              <a:t>الخادم</a:t>
            </a:r>
            <a:endParaRPr/>
          </a:p>
        </p:txBody>
      </p:sp>
      <p:sp>
        <p:nvSpPr>
          <p:cNvPr id="500555435" name="Google Shape;511;p9"/>
          <p:cNvSpPr txBox="1"/>
          <p:nvPr>
            <p:ph type="body" idx="13"/>
          </p:nvPr>
        </p:nvSpPr>
        <p:spPr bwMode="auto">
          <a:xfrm>
            <a:off x="1409700" y="5419725"/>
            <a:ext cx="4476900" cy="781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a:solidFill>
                  <a:srgbClr val="CBCFE6"/>
                </a:solidFill>
                <a:latin typeface="Readex Pro Light"/>
                <a:ea typeface="Readex Pro Light"/>
                <a:cs typeface="Readex Pro Light"/>
              </a:rPr>
              <a:t>‎.NET 9 بمعمارية نظيفة</a:t>
            </a:r>
            <a:endParaRPr>
              <a:latin typeface="Readex Pro Light"/>
              <a:ea typeface="Readex Pro Light"/>
              <a:cs typeface="Readex Pro Light"/>
            </a:endParaRPr>
          </a:p>
        </p:txBody>
      </p:sp>
      <p:sp>
        <p:nvSpPr>
          <p:cNvPr id="1035429239" name="Google Shape;512;p9"/>
          <p:cNvSpPr txBox="1"/>
          <p:nvPr>
            <p:ph type="body" idx="14"/>
          </p:nvPr>
        </p:nvSpPr>
        <p:spPr bwMode="auto">
          <a:xfrm>
            <a:off x="12077700" y="6524625"/>
            <a:ext cx="4476900" cy="7239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SzPts val="3900"/>
              <a:buNone/>
              <a:defRPr/>
            </a:pPr>
            <a:r>
              <a:rPr lang="ar-SA" sz="3900" b="1">
                <a:solidFill>
                  <a:srgbClr val="2EF2C2"/>
                </a:solidFill>
                <a:latin typeface="Readex Pro"/>
                <a:ea typeface="Readex Pro"/>
                <a:cs typeface="Readex Pro"/>
              </a:rPr>
              <a:t>04</a:t>
            </a:r>
            <a:endParaRPr/>
          </a:p>
        </p:txBody>
      </p:sp>
      <p:sp>
        <p:nvSpPr>
          <p:cNvPr id="613661916" name="Google Shape;513;p9"/>
          <p:cNvSpPr txBox="1"/>
          <p:nvPr>
            <p:ph type="body" idx="15"/>
          </p:nvPr>
        </p:nvSpPr>
        <p:spPr bwMode="auto">
          <a:xfrm>
            <a:off x="12077700" y="7391400"/>
            <a:ext cx="4476900" cy="619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F2F4FF"/>
                </a:solidFill>
                <a:latin typeface="Readex Pro"/>
                <a:ea typeface="Readex Pro"/>
                <a:cs typeface="Readex Pro"/>
              </a:rPr>
              <a:t>قاعدة البيانات</a:t>
            </a:r>
            <a:endParaRPr/>
          </a:p>
        </p:txBody>
      </p:sp>
      <p:sp>
        <p:nvSpPr>
          <p:cNvPr id="1677486759" name="Google Shape;514;p9"/>
          <p:cNvSpPr txBox="1"/>
          <p:nvPr>
            <p:ph type="body" idx="16"/>
          </p:nvPr>
        </p:nvSpPr>
        <p:spPr bwMode="auto">
          <a:xfrm>
            <a:off x="12077700" y="8086725"/>
            <a:ext cx="4476900" cy="781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a:solidFill>
                  <a:srgbClr val="CBCFE6"/>
                </a:solidFill>
                <a:latin typeface="Readex Pro Light"/>
                <a:ea typeface="Readex Pro Light"/>
                <a:cs typeface="Readex Pro Light"/>
              </a:rPr>
              <a:t>SQL Server وEF Core</a:t>
            </a:r>
            <a:endParaRPr>
              <a:latin typeface="Readex Pro Light"/>
              <a:ea typeface="Readex Pro Light"/>
              <a:cs typeface="Readex Pro Light"/>
            </a:endParaRPr>
          </a:p>
        </p:txBody>
      </p:sp>
      <p:sp>
        <p:nvSpPr>
          <p:cNvPr id="1257472413" name="Google Shape;515;p9"/>
          <p:cNvSpPr txBox="1"/>
          <p:nvPr>
            <p:ph type="body" idx="17"/>
          </p:nvPr>
        </p:nvSpPr>
        <p:spPr bwMode="auto">
          <a:xfrm>
            <a:off x="6743700" y="6524625"/>
            <a:ext cx="4476900" cy="7239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SzPts val="3900"/>
              <a:buNone/>
              <a:defRPr/>
            </a:pPr>
            <a:r>
              <a:rPr lang="ar-SA" sz="3900" b="1">
                <a:solidFill>
                  <a:srgbClr val="2EF2C2"/>
                </a:solidFill>
                <a:latin typeface="Readex Pro"/>
                <a:ea typeface="Readex Pro"/>
                <a:cs typeface="Readex Pro"/>
              </a:rPr>
              <a:t>05</a:t>
            </a:r>
            <a:endParaRPr/>
          </a:p>
        </p:txBody>
      </p:sp>
      <p:sp>
        <p:nvSpPr>
          <p:cNvPr id="232899838" name="Google Shape;516;p9"/>
          <p:cNvSpPr txBox="1"/>
          <p:nvPr>
            <p:ph type="body" idx="18"/>
          </p:nvPr>
        </p:nvSpPr>
        <p:spPr bwMode="auto">
          <a:xfrm>
            <a:off x="6743700" y="7391400"/>
            <a:ext cx="4476900" cy="619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F2F4FF"/>
                </a:solidFill>
                <a:latin typeface="Readex Pro"/>
                <a:ea typeface="Readex Pro"/>
                <a:cs typeface="Readex Pro"/>
              </a:rPr>
              <a:t>الذكاء الاصطناعي</a:t>
            </a:r>
            <a:endParaRPr/>
          </a:p>
        </p:txBody>
      </p:sp>
      <p:sp>
        <p:nvSpPr>
          <p:cNvPr id="913567817" name="Google Shape;517;p9"/>
          <p:cNvSpPr txBox="1"/>
          <p:nvPr>
            <p:ph type="body" idx="19"/>
          </p:nvPr>
        </p:nvSpPr>
        <p:spPr bwMode="auto">
          <a:xfrm>
            <a:off x="6743700" y="8086725"/>
            <a:ext cx="4476900" cy="781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a:solidFill>
                  <a:srgbClr val="CBCFE6"/>
                </a:solidFill>
                <a:latin typeface="Readex Pro Light"/>
                <a:ea typeface="Readex Pro Light"/>
                <a:cs typeface="Readex Pro Light"/>
              </a:rPr>
              <a:t>Semantic Kernel مع Together (وGemini احتياطاً)</a:t>
            </a:r>
            <a:endParaRPr>
              <a:latin typeface="Readex Pro Light"/>
              <a:ea typeface="Readex Pro Light"/>
              <a:cs typeface="Readex Pro Light"/>
            </a:endParaRPr>
          </a:p>
        </p:txBody>
      </p:sp>
      <p:sp>
        <p:nvSpPr>
          <p:cNvPr id="1939033759" name="Google Shape;518;p9"/>
          <p:cNvSpPr txBox="1"/>
          <p:nvPr>
            <p:ph type="body" idx="20"/>
          </p:nvPr>
        </p:nvSpPr>
        <p:spPr bwMode="auto">
          <a:xfrm>
            <a:off x="1409700" y="6524625"/>
            <a:ext cx="4476900" cy="723900"/>
          </a:xfrm>
          <a:prstGeom prst="rect">
            <a:avLst/>
          </a:prstGeom>
          <a:noFill/>
          <a:ln>
            <a:noFill/>
          </a:ln>
        </p:spPr>
        <p:txBody>
          <a:bodyPr spcFirstLastPara="1" wrap="square" lIns="0" tIns="0" rIns="0" bIns="0" anchor="t" anchorCtr="0">
            <a:noAutofit/>
          </a:bodyPr>
          <a:lstStyle/>
          <a:p>
            <a:pPr marL="0" lvl="0" indent="0" algn="r" rtl="0">
              <a:lnSpc>
                <a:spcPct val="100000"/>
              </a:lnSpc>
              <a:spcBef>
                <a:spcPts val="0"/>
              </a:spcBef>
              <a:spcAft>
                <a:spcPts val="0"/>
              </a:spcAft>
              <a:buSzPts val="3900"/>
              <a:buNone/>
              <a:defRPr/>
            </a:pPr>
            <a:r>
              <a:rPr lang="ar-SA" sz="3900" b="1">
                <a:solidFill>
                  <a:srgbClr val="2EF2C2"/>
                </a:solidFill>
                <a:latin typeface="Readex Pro"/>
                <a:ea typeface="Readex Pro"/>
                <a:cs typeface="Readex Pro"/>
              </a:rPr>
              <a:t>06</a:t>
            </a:r>
            <a:endParaRPr/>
          </a:p>
        </p:txBody>
      </p:sp>
      <p:sp>
        <p:nvSpPr>
          <p:cNvPr id="1934347596" name="Google Shape;519;p9"/>
          <p:cNvSpPr txBox="1"/>
          <p:nvPr>
            <p:ph type="body" idx="21"/>
          </p:nvPr>
        </p:nvSpPr>
        <p:spPr bwMode="auto">
          <a:xfrm>
            <a:off x="1409700" y="7391400"/>
            <a:ext cx="4476900" cy="619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F2F4FF"/>
                </a:solidFill>
                <a:latin typeface="Readex Pro"/>
                <a:ea typeface="Readex Pro"/>
                <a:cs typeface="Readex Pro"/>
              </a:rPr>
              <a:t>الجودة</a:t>
            </a:r>
            <a:endParaRPr/>
          </a:p>
        </p:txBody>
      </p:sp>
      <p:sp>
        <p:nvSpPr>
          <p:cNvPr id="1644133476" name="Google Shape;520;p9"/>
          <p:cNvSpPr txBox="1"/>
          <p:nvPr>
            <p:ph type="body" idx="22"/>
          </p:nvPr>
        </p:nvSpPr>
        <p:spPr bwMode="auto">
          <a:xfrm>
            <a:off x="1409700" y="8086725"/>
            <a:ext cx="4476900" cy="781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a:solidFill>
                  <a:srgbClr val="CBCFE6"/>
                </a:solidFill>
                <a:latin typeface="Readex Pro Light"/>
                <a:ea typeface="Readex Pro Light"/>
                <a:cs typeface="Readex Pro Light"/>
              </a:rPr>
              <a:t>xUnit وPlaywright وفحص الإتاحة (axe)</a:t>
            </a:r>
            <a:endParaRPr>
              <a:latin typeface="Readex Pro Light"/>
              <a:ea typeface="Readex Pro Light"/>
              <a:cs typeface="Readex Pro 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2183F"/>
        </a:solidFill>
      </p:bgPr>
    </p:bg>
    <p:spTree>
      <p:nvGrpSpPr>
        <p:cNvPr id="1" name=""/>
        <p:cNvGrpSpPr/>
        <p:nvPr/>
      </p:nvGrpSpPr>
      <p:grpSpPr bwMode="auto">
        <a:xfrm>
          <a:off x="0" y="0"/>
          <a:ext cx="0" cy="0"/>
          <a:chOff x="0" y="0"/>
          <a:chExt cx="0" cy="0"/>
        </a:xfrm>
      </p:grpSpPr>
      <p:pic>
        <p:nvPicPr>
          <p:cNvPr id="1598469462" name="Google Shape;637;p17"/>
          <p:cNvPicPr/>
          <p:nvPr/>
        </p:nvPicPr>
        <p:blipFill rotWithShape="1">
          <a:blip r:embed="rId3">
            <a:alphaModFix/>
          </a:blip>
          <a:srcRect l="0" t="0" r="0" b="0"/>
          <a:stretch/>
        </p:blipFill>
        <p:spPr bwMode="auto">
          <a:xfrm>
            <a:off x="0" y="0"/>
            <a:ext cx="18288000" cy="10287000"/>
          </a:xfrm>
          <a:prstGeom prst="rect">
            <a:avLst/>
          </a:prstGeom>
          <a:noFill/>
          <a:ln>
            <a:noFill/>
          </a:ln>
        </p:spPr>
      </p:pic>
      <p:pic>
        <p:nvPicPr>
          <p:cNvPr id="363467631" name="Google Shape;638;p17"/>
          <p:cNvPicPr/>
          <p:nvPr/>
        </p:nvPicPr>
        <p:blipFill rotWithShape="1">
          <a:blip r:embed="rId4">
            <a:alphaModFix/>
          </a:blip>
          <a:srcRect l="0" t="0" r="0" b="0"/>
          <a:stretch/>
        </p:blipFill>
        <p:spPr bwMode="auto">
          <a:xfrm>
            <a:off x="1066800" y="693967"/>
            <a:ext cx="3429002" cy="879015"/>
          </a:xfrm>
          <a:prstGeom prst="rect">
            <a:avLst/>
          </a:prstGeom>
          <a:noFill/>
          <a:ln>
            <a:noFill/>
          </a:ln>
        </p:spPr>
      </p:pic>
      <p:sp>
        <p:nvSpPr>
          <p:cNvPr id="83541369" name="Google Shape;639;p17"/>
          <p:cNvSpPr txBox="1"/>
          <p:nvPr>
            <p:ph type="body" idx="1"/>
          </p:nvPr>
        </p:nvSpPr>
        <p:spPr bwMode="auto">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2EF2C2"/>
                </a:solidFill>
                <a:latin typeface="Readex Pro"/>
                <a:ea typeface="Readex Pro"/>
                <a:cs typeface="Readex Pro"/>
              </a:rPr>
              <a:t>القياس</a:t>
            </a:r>
            <a:endParaRPr/>
          </a:p>
        </p:txBody>
      </p:sp>
      <p:sp>
        <p:nvSpPr>
          <p:cNvPr id="1059764360" name="Google Shape;640;p17"/>
          <p:cNvSpPr txBox="1"/>
          <p:nvPr>
            <p:ph type="title"/>
          </p:nvPr>
        </p:nvSpPr>
        <p:spPr bwMode="auto">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defRPr/>
            </a:pPr>
            <a:r>
              <a:rPr lang="ar-SA" sz="4500" b="1">
                <a:solidFill>
                  <a:srgbClr val="F2F4FF"/>
                </a:solidFill>
                <a:latin typeface="Readex Pro"/>
                <a:ea typeface="Readex Pro"/>
                <a:cs typeface="Readex Pro"/>
              </a:rPr>
              <a:t>كيف نقيس النجاح</a:t>
            </a:r>
            <a:endParaRPr/>
          </a:p>
        </p:txBody>
      </p:sp>
      <p:sp>
        <p:nvSpPr>
          <p:cNvPr id="534636792" name="Google Shape;641;p17"/>
          <p:cNvSpPr txBox="1"/>
          <p:nvPr>
            <p:ph type="body" idx="2"/>
          </p:nvPr>
        </p:nvSpPr>
        <p:spPr bwMode="auto">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ما نُفِّذ وما هو مخطَّط، بوضوح</a:t>
            </a:r>
            <a:endParaRPr/>
          </a:p>
        </p:txBody>
      </p:sp>
      <p:sp>
        <p:nvSpPr>
          <p:cNvPr id="1031654150" name="Google Shape;642;p17"/>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defRPr/>
            </a:pPr>
            <a:fld id="{00000000-1234-1234-1234-123412341234}" type="slidenum">
              <a:rPr lang="ar-SA" sz="1800">
                <a:solidFill>
                  <a:srgbClr val="8E99CC"/>
                </a:solidFill>
                <a:latin typeface="Readex Pro"/>
                <a:ea typeface="Readex Pro"/>
                <a:cs typeface="Readex Pro"/>
              </a:rPr>
              <a:t>‹#›</a:t>
            </a:fld>
            <a:endParaRPr/>
          </a:p>
        </p:txBody>
      </p:sp>
      <p:graphicFrame>
        <p:nvGraphicFramePr>
          <p:cNvPr id="1603078463" name="Google Shape;643;p17"/>
          <p:cNvGraphicFramePr>
            <a:graphicFrameLocks xmlns:a="http://schemas.openxmlformats.org/drawingml/2006/main"/>
          </p:cNvGraphicFramePr>
          <p:nvPr/>
        </p:nvGraphicFramePr>
        <p:xfrm rot="0">
          <a:off x="1314450" y="3905250"/>
          <a:ext cx="3000000" cy="3000000"/>
        </p:xfrm>
        <a:graphic>
          <a:graphicData uri="http://schemas.openxmlformats.org/drawingml/2006/table">
            <a:tbl>
              <a:tblPr firstRow="0" firstCol="0" lastRow="0" lastCol="0" bandRow="0" bandCol="0">
                <a:tableStyleId>{B8ED9858-D163-4338-9E88-1F424354888F}</a:tableStyleId>
                <a:noFill/>
              </a:tblPr>
              <a:tblGrid>
                <a:gridCol w="2286000"/>
                <a:gridCol w="3238500"/>
                <a:gridCol w="6191250"/>
                <a:gridCol w="3714750"/>
              </a:tblGrid>
              <a:tr h="781050">
                <a:tc>
                  <a:txBody>
                    <a:bodyPr/>
                    <a:p>
                      <a:pPr marL="0" marR="0" lvl="0" indent="0" algn="r" rtl="1">
                        <a:lnSpc>
                          <a:spcPct val="100000"/>
                        </a:lnSpc>
                        <a:spcBef>
                          <a:spcPts val="0"/>
                        </a:spcBef>
                        <a:spcAft>
                          <a:spcPts val="0"/>
                        </a:spcAft>
                        <a:buClr>
                          <a:srgbClr val="000000"/>
                        </a:buClr>
                        <a:buSzPts val="2250"/>
                        <a:buFont typeface="Arial"/>
                        <a:buNone/>
                        <a:defRPr/>
                      </a:pPr>
                      <a:r>
                        <a:rPr lang="ar-SA" sz="2250" b="1" u="none" strike="noStrike" cap="none">
                          <a:solidFill>
                            <a:srgbClr val="2EF2C2"/>
                          </a:solidFill>
                          <a:latin typeface="Readex Pro"/>
                          <a:ea typeface="Readex Pro"/>
                          <a:cs typeface="Readex Pro"/>
                        </a:rPr>
                        <a:t>النتيجة</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242759"/>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1" u="none" strike="noStrike" cap="none">
                          <a:solidFill>
                            <a:srgbClr val="2EF2C2"/>
                          </a:solidFill>
                          <a:latin typeface="Readex Pro"/>
                          <a:ea typeface="Readex Pro"/>
                          <a:cs typeface="Readex Pro"/>
                        </a:rPr>
                        <a:t>الحالة</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242759"/>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1" u="none" strike="noStrike" cap="none">
                          <a:solidFill>
                            <a:srgbClr val="2EF2C2"/>
                          </a:solidFill>
                          <a:latin typeface="Readex Pro"/>
                          <a:ea typeface="Readex Pro"/>
                          <a:cs typeface="Readex Pro"/>
                        </a:rPr>
                        <a:t>طريقة القياس</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242759"/>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1" u="none" strike="noStrike" cap="none">
                          <a:solidFill>
                            <a:srgbClr val="2EF2C2"/>
                          </a:solidFill>
                          <a:latin typeface="Readex Pro"/>
                          <a:ea typeface="Readex Pro"/>
                          <a:cs typeface="Readex Pro"/>
                        </a:rPr>
                        <a:t>المؤشر</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242759"/>
                    </a:solidFill>
                  </a:tcPr>
                </a:tc>
              </a:tr>
              <a:tr h="923925">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مخطَّط</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مقارنة بمجموعة مرجعية من أحكام أئمة العلل</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دقة قواعد فحص العلل</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r>
              <a:tr h="923925">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10 من 10</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منفَّذ</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اختبارات آلية على منطق الخلاف وحالة الدليل</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منطق عرض الخلاف وحالة الدليل (تصنيف البيانات مخطَّط)</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r>
              <a:tr h="923925">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0 مخالفات</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منفَّذ</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فحص axe-core (WCAG 2.1 AA) لأربع صفحات رئيسية</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الإتاحة</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r>
              <a:tr h="923925">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مخطَّط</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اختبار مع 3 إلى 5 مستخدمين (SEQ وSUS)</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c>
                  <a:txBody>
                    <a:bodyPr/>
                    <a:p>
                      <a:pPr marL="0" marR="0" lvl="0" indent="0" algn="r" rtl="1">
                        <a:lnSpc>
                          <a:spcPct val="100000"/>
                        </a:lnSpc>
                        <a:spcBef>
                          <a:spcPts val="0"/>
                        </a:spcBef>
                        <a:spcAft>
                          <a:spcPts val="0"/>
                        </a:spcAft>
                        <a:buClr>
                          <a:srgbClr val="000000"/>
                        </a:buClr>
                        <a:buSzPts val="2250"/>
                        <a:buFont typeface="Arial"/>
                        <a:buNone/>
                        <a:defRPr/>
                      </a:pPr>
                      <a:r>
                        <a:rPr lang="ar-SA" sz="2250" b="0" u="none" strike="noStrike" cap="none">
                          <a:solidFill>
                            <a:srgbClr val="F2F4FF"/>
                          </a:solidFill>
                          <a:latin typeface="Readex Pro"/>
                          <a:ea typeface="Readex Pro"/>
                          <a:cs typeface="Readex Pro"/>
                        </a:rPr>
                        <a:t>سهولة الاستخدام</a:t>
                      </a:r>
                      <a:endParaRPr/>
                    </a:p>
                  </a:txBody>
                  <a:tcPr marL="91450" marR="91450" marT="45725" marB="45725" anchor="ctr">
                    <a:lnL w="9525" algn="ctr">
                      <a:solidFill>
                        <a:srgbClr val="323D68"/>
                      </a:solidFill>
                    </a:lnL>
                    <a:lnR w="9525" algn="ctr">
                      <a:solidFill>
                        <a:srgbClr val="323D68"/>
                      </a:solidFill>
                    </a:lnR>
                    <a:lnT w="9525" algn="ctr">
                      <a:solidFill>
                        <a:srgbClr val="323D68"/>
                      </a:solidFill>
                    </a:lnT>
                    <a:lnB w="9525" algn="ctr">
                      <a:solidFill>
                        <a:srgbClr val="323D68"/>
                      </a:solidFill>
                    </a:lnB>
                    <a:solidFill>
                      <a:srgbClr val="161D48"/>
                    </a:solidFill>
                  </a:tcPr>
                </a:tc>
              </a:tr>
            </a:tbl>
          </a:graphicData>
        </a:graphic>
      </p:graphicFrame>
      <p:sp>
        <p:nvSpPr>
          <p:cNvPr id="339124134" name="Google Shape;644;p17"/>
          <p:cNvSpPr txBox="1"/>
          <p:nvPr>
            <p:ph type="body" idx="3"/>
          </p:nvPr>
        </p:nvSpPr>
        <p:spPr bwMode="auto">
          <a:xfrm>
            <a:off x="1409700" y="8810625"/>
            <a:ext cx="15430500" cy="4572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CBCFE6"/>
                </a:solidFill>
                <a:latin typeface="Readex Pro"/>
                <a:ea typeface="Readex Pro"/>
                <a:cs typeface="Readex Pro"/>
              </a:rPr>
              <a:t>الأرقام المعروضة نتائج فعلية، وكل بند «مخطَّط» لم يُنفَّذ بعد</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12183F"/>
        </a:solidFill>
      </p:bgPr>
    </p:bg>
    <p:spTree>
      <p:nvGrpSpPr>
        <p:cNvPr id="1" name=""/>
        <p:cNvGrpSpPr/>
        <p:nvPr/>
      </p:nvGrpSpPr>
      <p:grpSpPr bwMode="auto">
        <a:xfrm>
          <a:off x="0" y="0"/>
          <a:ext cx="0" cy="0"/>
          <a:chOff x="0" y="0"/>
          <a:chExt cx="0" cy="0"/>
        </a:xfrm>
      </p:grpSpPr>
      <p:pic>
        <p:nvPicPr>
          <p:cNvPr id="216399600" name="Google Shape;650;p18"/>
          <p:cNvPicPr/>
          <p:nvPr/>
        </p:nvPicPr>
        <p:blipFill rotWithShape="1">
          <a:blip r:embed="rId3">
            <a:alphaModFix/>
          </a:blip>
          <a:srcRect l="0" t="0" r="0" b="0"/>
          <a:stretch/>
        </p:blipFill>
        <p:spPr bwMode="auto">
          <a:xfrm>
            <a:off x="-19050" y="0"/>
            <a:ext cx="18288000" cy="10287000"/>
          </a:xfrm>
          <a:prstGeom prst="rect">
            <a:avLst/>
          </a:prstGeom>
          <a:noFill/>
          <a:ln>
            <a:noFill/>
          </a:ln>
        </p:spPr>
      </p:pic>
      <p:sp>
        <p:nvSpPr>
          <p:cNvPr id="1696648806" name="Google Shape;651;p18"/>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defRPr/>
            </a:pPr>
            <a:fld id="{00000000-1234-1234-1234-123412341234}" type="slidenum">
              <a:rPr lang="ar-SA" sz="1800">
                <a:solidFill>
                  <a:srgbClr val="8E99CC"/>
                </a:solidFill>
                <a:latin typeface="Readex Pro"/>
                <a:ea typeface="Readex Pro"/>
                <a:cs typeface="Readex Pro"/>
              </a:rPr>
              <a:t>‹#›</a:t>
            </a:fld>
            <a:endParaRPr/>
          </a:p>
        </p:txBody>
      </p:sp>
      <p:sp>
        <p:nvSpPr>
          <p:cNvPr id="957703964" name="Google Shape;652;p18"/>
          <p:cNvSpPr txBox="1"/>
          <p:nvPr>
            <p:ph type="body" idx="1"/>
          </p:nvPr>
        </p:nvSpPr>
        <p:spPr bwMode="auto">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2EF2C2"/>
                </a:solidFill>
                <a:latin typeface="Readex Pro"/>
                <a:ea typeface="Readex Pro"/>
                <a:cs typeface="Readex Pro"/>
              </a:rPr>
              <a:t>الاستمرار</a:t>
            </a:r>
            <a:endParaRPr/>
          </a:p>
        </p:txBody>
      </p:sp>
      <p:sp>
        <p:nvSpPr>
          <p:cNvPr id="1782563264" name="Google Shape;653;p18"/>
          <p:cNvSpPr txBox="1"/>
          <p:nvPr>
            <p:ph type="title"/>
          </p:nvPr>
        </p:nvSpPr>
        <p:spPr bwMode="auto">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defRPr/>
            </a:pPr>
            <a:r>
              <a:rPr lang="ar-SA" sz="4500" b="1">
                <a:solidFill>
                  <a:srgbClr val="F2F4FF"/>
                </a:solidFill>
                <a:latin typeface="Readex Pro"/>
                <a:ea typeface="Readex Pro"/>
                <a:cs typeface="Readex Pro"/>
              </a:rPr>
              <a:t>خطة الاستمرار</a:t>
            </a:r>
            <a:endParaRPr/>
          </a:p>
        </p:txBody>
      </p:sp>
      <p:sp>
        <p:nvSpPr>
          <p:cNvPr id="1654528509" name="Google Shape;654;p18"/>
          <p:cNvSpPr txBox="1"/>
          <p:nvPr>
            <p:ph type="body" idx="2"/>
          </p:nvPr>
        </p:nvSpPr>
        <p:spPr bwMode="auto">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الأولويات بعد التسليم</a:t>
            </a:r>
            <a:endParaRPr/>
          </a:p>
        </p:txBody>
      </p:sp>
      <p:sp>
        <p:nvSpPr>
          <p:cNvPr id="523372842" name="Google Shape;655;p18"/>
          <p:cNvSpPr txBox="1"/>
          <p:nvPr>
            <p:ph type="body" idx="3"/>
          </p:nvPr>
        </p:nvSpPr>
        <p:spPr bwMode="auto">
          <a:xfrm>
            <a:off x="1398270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defRPr/>
            </a:pPr>
            <a:r>
              <a:rPr lang="ar-SA" sz="3900" b="1">
                <a:solidFill>
                  <a:srgbClr val="2EF2C2"/>
                </a:solidFill>
                <a:latin typeface="Readex Pro"/>
                <a:ea typeface="Readex Pro"/>
                <a:cs typeface="Readex Pro"/>
              </a:rPr>
              <a:t>01</a:t>
            </a:r>
            <a:endParaRPr/>
          </a:p>
        </p:txBody>
      </p:sp>
      <p:sp>
        <p:nvSpPr>
          <p:cNvPr id="241200906" name="Google Shape;656;p18"/>
          <p:cNvSpPr txBox="1"/>
          <p:nvPr>
            <p:ph type="body" idx="4"/>
          </p:nvPr>
        </p:nvSpPr>
        <p:spPr bwMode="auto">
          <a:xfrm>
            <a:off x="1398270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1">
                <a:solidFill>
                  <a:srgbClr val="F2F4FF"/>
                </a:solidFill>
                <a:latin typeface="Readex Pro"/>
                <a:ea typeface="Readex Pro"/>
                <a:cs typeface="Readex Pro"/>
              </a:rPr>
              <a:t>التسليم</a:t>
            </a:r>
            <a:endParaRPr/>
          </a:p>
        </p:txBody>
      </p:sp>
      <p:sp>
        <p:nvSpPr>
          <p:cNvPr id="685965077" name="Google Shape;657;p18"/>
          <p:cNvSpPr txBox="1"/>
          <p:nvPr>
            <p:ph type="body" idx="5"/>
          </p:nvPr>
        </p:nvSpPr>
        <p:spPr bwMode="auto">
          <a:xfrm>
            <a:off x="1398270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2EF2C2"/>
                </a:solidFill>
                <a:latin typeface="Readex Pro"/>
                <a:ea typeface="Readex Pro"/>
                <a:cs typeface="Readex Pro"/>
              </a:rPr>
              <a:t>6 أكتوبر 2026</a:t>
            </a:r>
            <a:endParaRPr/>
          </a:p>
        </p:txBody>
      </p:sp>
      <p:sp>
        <p:nvSpPr>
          <p:cNvPr id="356587972" name="Google Shape;658;p18"/>
          <p:cNvSpPr txBox="1"/>
          <p:nvPr>
            <p:ph type="body" idx="6"/>
          </p:nvPr>
        </p:nvSpPr>
        <p:spPr bwMode="auto">
          <a:xfrm>
            <a:off x="1398270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حل يعمل، ورابط حي، ومستودع عام</a:t>
            </a:r>
            <a:endParaRPr/>
          </a:p>
        </p:txBody>
      </p:sp>
      <p:sp>
        <p:nvSpPr>
          <p:cNvPr id="121204354" name="Google Shape;659;p18"/>
          <p:cNvSpPr txBox="1"/>
          <p:nvPr>
            <p:ph type="body" idx="7"/>
          </p:nvPr>
        </p:nvSpPr>
        <p:spPr bwMode="auto">
          <a:xfrm>
            <a:off x="1083945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defRPr/>
            </a:pPr>
            <a:r>
              <a:rPr lang="ar-SA" sz="3900" b="1">
                <a:solidFill>
                  <a:srgbClr val="2EF2C2"/>
                </a:solidFill>
                <a:latin typeface="Readex Pro"/>
                <a:ea typeface="Readex Pro"/>
                <a:cs typeface="Readex Pro"/>
              </a:rPr>
              <a:t>02</a:t>
            </a:r>
            <a:endParaRPr/>
          </a:p>
        </p:txBody>
      </p:sp>
      <p:sp>
        <p:nvSpPr>
          <p:cNvPr id="221781027" name="Google Shape;660;p18"/>
          <p:cNvSpPr txBox="1"/>
          <p:nvPr>
            <p:ph type="body" idx="8"/>
          </p:nvPr>
        </p:nvSpPr>
        <p:spPr bwMode="auto">
          <a:xfrm>
            <a:off x="1083945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1">
                <a:solidFill>
                  <a:srgbClr val="F2F4FF"/>
                </a:solidFill>
                <a:latin typeface="Readex Pro"/>
                <a:ea typeface="Readex Pro"/>
                <a:cs typeface="Readex Pro"/>
              </a:rPr>
              <a:t>قياس الدقة</a:t>
            </a:r>
            <a:endParaRPr/>
          </a:p>
        </p:txBody>
      </p:sp>
      <p:sp>
        <p:nvSpPr>
          <p:cNvPr id="660406270" name="Google Shape;661;p18"/>
          <p:cNvSpPr txBox="1"/>
          <p:nvPr>
            <p:ph type="body" idx="9"/>
          </p:nvPr>
        </p:nvSpPr>
        <p:spPr bwMode="auto">
          <a:xfrm>
            <a:off x="1083945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2EF2C2"/>
                </a:solidFill>
                <a:latin typeface="Readex Pro"/>
                <a:ea typeface="Readex Pro"/>
                <a:cs typeface="Readex Pro"/>
              </a:rPr>
              <a:t>بعد التسليم</a:t>
            </a:r>
            <a:endParaRPr/>
          </a:p>
        </p:txBody>
      </p:sp>
      <p:sp>
        <p:nvSpPr>
          <p:cNvPr id="1766225862" name="Google Shape;662;p18"/>
          <p:cNvSpPr txBox="1"/>
          <p:nvPr>
            <p:ph type="body" idx="13"/>
          </p:nvPr>
        </p:nvSpPr>
        <p:spPr bwMode="auto">
          <a:xfrm>
            <a:off x="1083945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مجموعة مرجعية لقياس قواعد العلل</a:t>
            </a:r>
            <a:endParaRPr/>
          </a:p>
        </p:txBody>
      </p:sp>
      <p:sp>
        <p:nvSpPr>
          <p:cNvPr id="626301092" name="Google Shape;663;p18"/>
          <p:cNvSpPr txBox="1"/>
          <p:nvPr>
            <p:ph type="body" idx="14"/>
          </p:nvPr>
        </p:nvSpPr>
        <p:spPr bwMode="auto">
          <a:xfrm>
            <a:off x="769620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defRPr/>
            </a:pPr>
            <a:r>
              <a:rPr lang="ar-SA" sz="3900" b="1">
                <a:solidFill>
                  <a:srgbClr val="2EF2C2"/>
                </a:solidFill>
                <a:latin typeface="Readex Pro"/>
                <a:ea typeface="Readex Pro"/>
                <a:cs typeface="Readex Pro"/>
              </a:rPr>
              <a:t>03</a:t>
            </a:r>
            <a:endParaRPr/>
          </a:p>
        </p:txBody>
      </p:sp>
      <p:sp>
        <p:nvSpPr>
          <p:cNvPr id="1994365607" name="Google Shape;664;p18"/>
          <p:cNvSpPr txBox="1"/>
          <p:nvPr>
            <p:ph type="body" idx="15"/>
          </p:nvPr>
        </p:nvSpPr>
        <p:spPr bwMode="auto">
          <a:xfrm>
            <a:off x="769620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1">
                <a:solidFill>
                  <a:srgbClr val="F2F4FF"/>
                </a:solidFill>
                <a:latin typeface="Readex Pro"/>
                <a:ea typeface="Readex Pro"/>
                <a:cs typeface="Readex Pro"/>
              </a:rPr>
              <a:t>الاختبار</a:t>
            </a:r>
            <a:endParaRPr/>
          </a:p>
        </p:txBody>
      </p:sp>
      <p:sp>
        <p:nvSpPr>
          <p:cNvPr id="1611468678" name="Google Shape;665;p18"/>
          <p:cNvSpPr txBox="1"/>
          <p:nvPr>
            <p:ph type="body" idx="16"/>
          </p:nvPr>
        </p:nvSpPr>
        <p:spPr bwMode="auto">
          <a:xfrm>
            <a:off x="769620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2EF2C2"/>
                </a:solidFill>
                <a:latin typeface="Readex Pro"/>
                <a:ea typeface="Readex Pro"/>
                <a:cs typeface="Readex Pro"/>
              </a:rPr>
              <a:t>بعد التسليم</a:t>
            </a:r>
            <a:endParaRPr/>
          </a:p>
        </p:txBody>
      </p:sp>
      <p:sp>
        <p:nvSpPr>
          <p:cNvPr id="1340873423" name="Google Shape;666;p18"/>
          <p:cNvSpPr txBox="1"/>
          <p:nvPr>
            <p:ph type="body" idx="17"/>
          </p:nvPr>
        </p:nvSpPr>
        <p:spPr bwMode="auto">
          <a:xfrm>
            <a:off x="769620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اختبار مستخدمين وتحسينات موثقة</a:t>
            </a:r>
            <a:endParaRPr/>
          </a:p>
        </p:txBody>
      </p:sp>
      <p:sp>
        <p:nvSpPr>
          <p:cNvPr id="790539137" name="Google Shape;667;p18"/>
          <p:cNvSpPr txBox="1"/>
          <p:nvPr>
            <p:ph type="body" idx="18"/>
          </p:nvPr>
        </p:nvSpPr>
        <p:spPr bwMode="auto">
          <a:xfrm>
            <a:off x="455295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defRPr/>
            </a:pPr>
            <a:r>
              <a:rPr lang="ar-SA" sz="3900" b="1">
                <a:solidFill>
                  <a:srgbClr val="2EF2C2"/>
                </a:solidFill>
                <a:latin typeface="Readex Pro"/>
                <a:ea typeface="Readex Pro"/>
                <a:cs typeface="Readex Pro"/>
              </a:rPr>
              <a:t>04</a:t>
            </a:r>
            <a:endParaRPr/>
          </a:p>
        </p:txBody>
      </p:sp>
      <p:sp>
        <p:nvSpPr>
          <p:cNvPr id="1980100989" name="Google Shape;668;p18"/>
          <p:cNvSpPr txBox="1"/>
          <p:nvPr>
            <p:ph type="body" idx="19"/>
          </p:nvPr>
        </p:nvSpPr>
        <p:spPr bwMode="auto">
          <a:xfrm>
            <a:off x="455295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1">
                <a:solidFill>
                  <a:srgbClr val="F2F4FF"/>
                </a:solidFill>
                <a:latin typeface="Readex Pro"/>
                <a:ea typeface="Readex Pro"/>
                <a:cs typeface="Readex Pro"/>
              </a:rPr>
              <a:t>الإتاحة</a:t>
            </a:r>
            <a:endParaRPr/>
          </a:p>
        </p:txBody>
      </p:sp>
      <p:sp>
        <p:nvSpPr>
          <p:cNvPr id="702652813" name="Google Shape;669;p18"/>
          <p:cNvSpPr txBox="1"/>
          <p:nvPr>
            <p:ph type="body" idx="20"/>
          </p:nvPr>
        </p:nvSpPr>
        <p:spPr bwMode="auto">
          <a:xfrm>
            <a:off x="455295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2EF2C2"/>
                </a:solidFill>
                <a:latin typeface="Readex Pro"/>
                <a:ea typeface="Readex Pro"/>
                <a:cs typeface="Readex Pro"/>
              </a:rPr>
              <a:t>بعد التسليم</a:t>
            </a:r>
            <a:endParaRPr/>
          </a:p>
        </p:txBody>
      </p:sp>
      <p:sp>
        <p:nvSpPr>
          <p:cNvPr id="806735459" name="Google Shape;670;p18"/>
          <p:cNvSpPr txBox="1"/>
          <p:nvPr>
            <p:ph type="body" idx="21"/>
          </p:nvPr>
        </p:nvSpPr>
        <p:spPr bwMode="auto">
          <a:xfrm>
            <a:off x="455295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بديل نصي لرسم الشجرة لقارئات الشاشة</a:t>
            </a:r>
            <a:endParaRPr/>
          </a:p>
        </p:txBody>
      </p:sp>
      <p:sp>
        <p:nvSpPr>
          <p:cNvPr id="1850453048" name="Google Shape;671;p18"/>
          <p:cNvSpPr txBox="1"/>
          <p:nvPr>
            <p:ph type="body" idx="22"/>
          </p:nvPr>
        </p:nvSpPr>
        <p:spPr bwMode="auto">
          <a:xfrm>
            <a:off x="1409700" y="3762375"/>
            <a:ext cx="2857500" cy="76200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SzPts val="3900"/>
              <a:buNone/>
              <a:defRPr/>
            </a:pPr>
            <a:r>
              <a:rPr lang="ar-SA" sz="3900" b="1">
                <a:solidFill>
                  <a:srgbClr val="2EF2C2"/>
                </a:solidFill>
                <a:latin typeface="Readex Pro"/>
                <a:ea typeface="Readex Pro"/>
                <a:cs typeface="Readex Pro"/>
              </a:rPr>
              <a:t>05</a:t>
            </a:r>
            <a:endParaRPr/>
          </a:p>
        </p:txBody>
      </p:sp>
      <p:sp>
        <p:nvSpPr>
          <p:cNvPr id="1557567648" name="Google Shape;672;p18"/>
          <p:cNvSpPr txBox="1"/>
          <p:nvPr>
            <p:ph type="body" idx="23"/>
          </p:nvPr>
        </p:nvSpPr>
        <p:spPr bwMode="auto">
          <a:xfrm>
            <a:off x="1409700" y="5238750"/>
            <a:ext cx="2857500" cy="6192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1">
                <a:solidFill>
                  <a:srgbClr val="F2F4FF"/>
                </a:solidFill>
                <a:latin typeface="Readex Pro"/>
                <a:ea typeface="Readex Pro"/>
                <a:cs typeface="Readex Pro"/>
              </a:rPr>
              <a:t>المراجعة</a:t>
            </a:r>
            <a:endParaRPr/>
          </a:p>
        </p:txBody>
      </p:sp>
      <p:sp>
        <p:nvSpPr>
          <p:cNvPr id="1465097975" name="Google Shape;673;p18"/>
          <p:cNvSpPr txBox="1"/>
          <p:nvPr>
            <p:ph type="body" idx="24"/>
          </p:nvPr>
        </p:nvSpPr>
        <p:spPr bwMode="auto">
          <a:xfrm>
            <a:off x="1409700" y="6048375"/>
            <a:ext cx="2857500" cy="5715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2EF2C2"/>
                </a:solidFill>
                <a:latin typeface="Readex Pro"/>
                <a:ea typeface="Readex Pro"/>
                <a:cs typeface="Readex Pro"/>
              </a:rPr>
              <a:t>بعد التسليم</a:t>
            </a:r>
            <a:endParaRPr/>
          </a:p>
        </p:txBody>
      </p:sp>
      <p:sp>
        <p:nvSpPr>
          <p:cNvPr id="915066289" name="Google Shape;674;p18"/>
          <p:cNvSpPr txBox="1"/>
          <p:nvPr>
            <p:ph type="body" idx="25"/>
          </p:nvPr>
        </p:nvSpPr>
        <p:spPr bwMode="auto">
          <a:xfrm>
            <a:off x="1409700" y="7000875"/>
            <a:ext cx="2857500" cy="10953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مراجعة شرعية للمصطلحات والحالات</a:t>
            </a:r>
            <a:endParaRPr/>
          </a:p>
        </p:txBody>
      </p:sp>
      <p:cxnSp>
        <p:nvCxnSpPr>
          <p:cNvPr id="427652946" name="Google Shape;675;p18"/>
          <p:cNvCxnSpPr/>
          <p:nvPr/>
        </p:nvCxnSpPr>
        <p:spPr bwMode="auto">
          <a:xfrm rot="10800000">
            <a:off x="13992300" y="4708975"/>
            <a:ext cx="2838300" cy="0"/>
          </a:xfrm>
          <a:prstGeom prst="straightConnector1">
            <a:avLst/>
          </a:prstGeom>
          <a:noFill/>
          <a:ln w="76200" cap="flat" cmpd="sng">
            <a:solidFill>
              <a:srgbClr val="6150EA"/>
            </a:solidFill>
            <a:prstDash val="solid"/>
            <a:round/>
            <a:headEnd type="none" w="med" len="med"/>
            <a:tailEnd type="none" w="med" len="med"/>
          </a:ln>
        </p:spPr>
      </p:cxnSp>
      <p:pic>
        <p:nvPicPr>
          <p:cNvPr id="1230578030" name="Google Shape;676;p18"/>
          <p:cNvPicPr/>
          <p:nvPr/>
        </p:nvPicPr>
        <p:blipFill rotWithShape="1">
          <a:blip r:embed="rId4">
            <a:alphaModFix/>
          </a:blip>
          <a:srcRect l="0" t="0" r="0" b="0"/>
          <a:stretch/>
        </p:blipFill>
        <p:spPr bwMode="auto">
          <a:xfrm>
            <a:off x="1066800" y="693967"/>
            <a:ext cx="3429002" cy="879015"/>
          </a:xfrm>
          <a:prstGeom prst="rect">
            <a:avLst/>
          </a:prstGeom>
          <a:noFill/>
          <a:ln>
            <a:noFill/>
          </a:ln>
        </p:spPr>
      </p:pic>
      <p:cxnSp>
        <p:nvCxnSpPr>
          <p:cNvPr id="1910029411" name="Google Shape;677;p18"/>
          <p:cNvCxnSpPr/>
          <p:nvPr/>
        </p:nvCxnSpPr>
        <p:spPr bwMode="auto">
          <a:xfrm rot="10800000">
            <a:off x="10830000" y="4708975"/>
            <a:ext cx="2838300" cy="0"/>
          </a:xfrm>
          <a:prstGeom prst="straightConnector1">
            <a:avLst/>
          </a:prstGeom>
          <a:noFill/>
          <a:ln w="76200" cap="flat" cmpd="sng">
            <a:solidFill>
              <a:srgbClr val="6150EA"/>
            </a:solidFill>
            <a:prstDash val="solid"/>
            <a:round/>
            <a:headEnd type="none" w="med" len="med"/>
            <a:tailEnd type="none" w="med" len="med"/>
          </a:ln>
        </p:spPr>
      </p:cxnSp>
      <p:cxnSp>
        <p:nvCxnSpPr>
          <p:cNvPr id="206749533" name="Google Shape;678;p18"/>
          <p:cNvCxnSpPr/>
          <p:nvPr/>
        </p:nvCxnSpPr>
        <p:spPr bwMode="auto">
          <a:xfrm rot="10800000">
            <a:off x="7667700" y="4708975"/>
            <a:ext cx="2838300" cy="0"/>
          </a:xfrm>
          <a:prstGeom prst="straightConnector1">
            <a:avLst/>
          </a:prstGeom>
          <a:noFill/>
          <a:ln w="76200" cap="flat" cmpd="sng">
            <a:solidFill>
              <a:srgbClr val="6150EA"/>
            </a:solidFill>
            <a:prstDash val="solid"/>
            <a:round/>
            <a:headEnd type="none" w="med" len="med"/>
            <a:tailEnd type="none" w="med" len="med"/>
          </a:ln>
        </p:spPr>
      </p:cxnSp>
      <p:cxnSp>
        <p:nvCxnSpPr>
          <p:cNvPr id="1421371955" name="Google Shape;679;p18"/>
          <p:cNvCxnSpPr/>
          <p:nvPr/>
        </p:nvCxnSpPr>
        <p:spPr bwMode="auto">
          <a:xfrm rot="10800000">
            <a:off x="4505400" y="4708975"/>
            <a:ext cx="2838300" cy="0"/>
          </a:xfrm>
          <a:prstGeom prst="straightConnector1">
            <a:avLst/>
          </a:prstGeom>
          <a:noFill/>
          <a:ln w="76200" cap="flat" cmpd="sng">
            <a:solidFill>
              <a:srgbClr val="6150EA"/>
            </a:solidFill>
            <a:prstDash val="solid"/>
            <a:round/>
            <a:headEnd type="none" w="med" len="med"/>
            <a:tailEnd type="none" w="med" len="med"/>
          </a:ln>
        </p:spPr>
      </p:cxnSp>
      <p:cxnSp>
        <p:nvCxnSpPr>
          <p:cNvPr id="677315639" name="Google Shape;680;p18"/>
          <p:cNvCxnSpPr/>
          <p:nvPr/>
        </p:nvCxnSpPr>
        <p:spPr bwMode="auto">
          <a:xfrm rot="10800000">
            <a:off x="1343099" y="4708975"/>
            <a:ext cx="2838300" cy="0"/>
          </a:xfrm>
          <a:prstGeom prst="straightConnector1">
            <a:avLst/>
          </a:prstGeom>
          <a:noFill/>
          <a:ln w="76200" cap="flat" cmpd="sng">
            <a:solidFill>
              <a:srgbClr val="6150EA"/>
            </a:solidFill>
            <a:prstDash val="solid"/>
            <a:round/>
            <a:headEnd type="none" w="med" len="med"/>
            <a:tailEnd type="none" w="med" len="med"/>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07110471" name="Google Shape;881;p28" title="خلفية هكثون4.png"/>
          <p:cNvPicPr/>
          <p:nvPr/>
        </p:nvPicPr>
        <p:blipFill rotWithShape="1">
          <a:blip r:embed="rId3">
            <a:alphaModFix/>
          </a:blip>
          <a:stretch/>
        </p:blipFill>
        <p:spPr bwMode="auto">
          <a:xfrm>
            <a:off x="0" y="0"/>
            <a:ext cx="18288000" cy="10287000"/>
          </a:xfrm>
          <a:prstGeom prst="rect">
            <a:avLst/>
          </a:prstGeom>
          <a:noFill/>
          <a:ln>
            <a:noFill/>
          </a:ln>
        </p:spPr>
      </p:pic>
      <p:pic>
        <p:nvPicPr>
          <p:cNvPr id="598106079" name="Google Shape;882;p28"/>
          <p:cNvPicPr/>
          <p:nvPr/>
        </p:nvPicPr>
        <p:blipFill rotWithShape="1">
          <a:blip r:embed="rId4">
            <a:alphaModFix/>
          </a:blip>
          <a:srcRect l="0" t="0" r="0" b="0"/>
          <a:stretch/>
        </p:blipFill>
        <p:spPr bwMode="auto">
          <a:xfrm>
            <a:off x="1066800" y="693967"/>
            <a:ext cx="3429002" cy="879015"/>
          </a:xfrm>
          <a:prstGeom prst="rect">
            <a:avLst/>
          </a:prstGeom>
          <a:noFill/>
          <a:ln>
            <a:noFill/>
          </a:ln>
        </p:spPr>
      </p:pic>
      <p:sp>
        <p:nvSpPr>
          <p:cNvPr id="1433859501" name="Google Shape;883;p28"/>
          <p:cNvSpPr txBox="1"/>
          <p:nvPr>
            <p:ph type="body" idx="1"/>
          </p:nvPr>
        </p:nvSpPr>
        <p:spPr bwMode="auto">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2EF2C2"/>
                </a:solidFill>
                <a:latin typeface="Readex Pro"/>
                <a:ea typeface="Readex Pro"/>
                <a:cs typeface="Readex Pro"/>
              </a:rPr>
              <a:t>القيمة المضافة</a:t>
            </a:r>
            <a:endParaRPr/>
          </a:p>
        </p:txBody>
      </p:sp>
      <p:sp>
        <p:nvSpPr>
          <p:cNvPr id="716934585" name="Google Shape;884;p28"/>
          <p:cNvSpPr txBox="1"/>
          <p:nvPr>
            <p:ph type="title"/>
          </p:nvPr>
        </p:nvSpPr>
        <p:spPr bwMode="auto">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defRPr/>
            </a:pPr>
            <a:r>
              <a:rPr lang="ar-SA" sz="4500" b="1">
                <a:solidFill>
                  <a:srgbClr val="F2F4FF"/>
                </a:solidFill>
                <a:latin typeface="Readex Pro"/>
                <a:ea typeface="Readex Pro"/>
                <a:cs typeface="Readex Pro"/>
              </a:rPr>
              <a:t>مقارنة مع المراجع القائمة</a:t>
            </a:r>
            <a:endParaRPr/>
          </a:p>
        </p:txBody>
      </p:sp>
      <p:sp>
        <p:nvSpPr>
          <p:cNvPr id="1366333108" name="Google Shape;885;p28"/>
          <p:cNvSpPr txBox="1"/>
          <p:nvPr>
            <p:ph type="body" idx="2"/>
          </p:nvPr>
        </p:nvSpPr>
        <p:spPr bwMode="auto">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نكمّل المراجع ولا نستبدلها</a:t>
            </a:r>
            <a:endParaRPr/>
          </a:p>
        </p:txBody>
      </p:sp>
      <p:sp>
        <p:nvSpPr>
          <p:cNvPr id="1163352176" name="Google Shape;886;p28"/>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defRPr/>
            </a:pPr>
            <a:fld id="{00000000-1234-1234-1234-123412341234}" type="slidenum">
              <a:rPr lang="ar-SA" sz="1800">
                <a:solidFill>
                  <a:srgbClr val="8E99CC"/>
                </a:solidFill>
                <a:latin typeface="Readex Pro"/>
                <a:ea typeface="Readex Pro"/>
                <a:cs typeface="Readex Pro"/>
              </a:rPr>
              <a:t>‹#›</a:t>
            </a:fld>
            <a:endParaRPr/>
          </a:p>
        </p:txBody>
      </p:sp>
      <p:sp>
        <p:nvSpPr>
          <p:cNvPr id="706899319" name="Google Shape;887;p28"/>
          <p:cNvSpPr txBox="1"/>
          <p:nvPr>
            <p:ph type="body" idx="3"/>
          </p:nvPr>
        </p:nvSpPr>
        <p:spPr bwMode="auto">
          <a:xfrm>
            <a:off x="9696450" y="3857625"/>
            <a:ext cx="71439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2EF2C2"/>
                </a:solidFill>
                <a:latin typeface="Readex Pro"/>
                <a:ea typeface="Readex Pro"/>
                <a:cs typeface="Readex Pro"/>
              </a:rPr>
              <a:t>المكتبة الشاملة والدرر السنية</a:t>
            </a:r>
            <a:endParaRPr/>
          </a:p>
        </p:txBody>
      </p:sp>
      <p:sp>
        <p:nvSpPr>
          <p:cNvPr id="1718097690" name="Google Shape;888;p28"/>
          <p:cNvSpPr txBox="1"/>
          <p:nvPr>
            <p:ph type="body" idx="4"/>
          </p:nvPr>
        </p:nvSpPr>
        <p:spPr bwMode="auto">
          <a:xfrm>
            <a:off x="9696450" y="4562475"/>
            <a:ext cx="71439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defRPr/>
            </a:pPr>
            <a:r>
              <a:rPr lang="ar-SA" sz="2400" b="0">
                <a:solidFill>
                  <a:srgbClr val="CBCFE6"/>
                </a:solidFill>
                <a:latin typeface="Readex Pro"/>
                <a:ea typeface="Readex Pro"/>
                <a:cs typeface="Readex Pro"/>
              </a:rPr>
              <a:t>مراجع للنصوص والأحكام المعتمدة</a:t>
            </a:r>
            <a:endParaRPr/>
          </a:p>
        </p:txBody>
      </p:sp>
      <p:sp>
        <p:nvSpPr>
          <p:cNvPr id="1306552933" name="Google Shape;889;p28"/>
          <p:cNvSpPr txBox="1"/>
          <p:nvPr>
            <p:ph type="body" idx="5"/>
          </p:nvPr>
        </p:nvSpPr>
        <p:spPr bwMode="auto">
          <a:xfrm>
            <a:off x="1409700" y="3857625"/>
            <a:ext cx="7143900" cy="5907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850"/>
              <a:buNone/>
              <a:defRPr/>
            </a:pPr>
            <a:r>
              <a:rPr lang="ar-SA" sz="2850" b="1">
                <a:solidFill>
                  <a:srgbClr val="2EF2C2"/>
                </a:solidFill>
                <a:latin typeface="Readex Pro"/>
                <a:ea typeface="Readex Pro"/>
                <a:cs typeface="Readex Pro"/>
              </a:rPr>
              <a:t>شجرة الأسانيد الذكية</a:t>
            </a:r>
            <a:endParaRPr/>
          </a:p>
        </p:txBody>
      </p:sp>
      <p:sp>
        <p:nvSpPr>
          <p:cNvPr id="1226435756" name="Google Shape;890;p28"/>
          <p:cNvSpPr txBox="1"/>
          <p:nvPr>
            <p:ph type="body" idx="6"/>
          </p:nvPr>
        </p:nvSpPr>
        <p:spPr bwMode="auto">
          <a:xfrm>
            <a:off x="1409700" y="4562475"/>
            <a:ext cx="7143900" cy="1066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400"/>
              <a:buNone/>
              <a:defRPr/>
            </a:pPr>
            <a:r>
              <a:rPr lang="ar-SA" sz="2400" b="0">
                <a:solidFill>
                  <a:srgbClr val="CBCFE6"/>
                </a:solidFill>
                <a:latin typeface="Readex Pro"/>
                <a:ea typeface="Readex Pro"/>
                <a:cs typeface="Readex Pro"/>
              </a:rPr>
              <a:t>رسم الإسناد وفحصه</a:t>
            </a:r>
            <a:endParaRPr/>
          </a:p>
        </p:txBody>
      </p:sp>
      <p:sp>
        <p:nvSpPr>
          <p:cNvPr id="1069126043" name="Google Shape;891;p28"/>
          <p:cNvSpPr txBox="1"/>
          <p:nvPr>
            <p:ph type="body" idx="7"/>
          </p:nvPr>
        </p:nvSpPr>
        <p:spPr bwMode="auto">
          <a:xfrm>
            <a:off x="9696450" y="5905500"/>
            <a:ext cx="7143900" cy="2952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550"/>
              <a:buNone/>
              <a:defRPr/>
            </a:pPr>
            <a:r>
              <a:rPr lang="ar-SA" sz="2550" b="0">
                <a:solidFill>
                  <a:srgbClr val="F2F4FF"/>
                </a:solidFill>
                <a:latin typeface="Readex Pro"/>
                <a:ea typeface="Readex Pro"/>
                <a:cs typeface="Readex Pro"/>
              </a:rPr>
              <a:t>الميزة: نصوص كاملة وأحكام مرجعية موثوقة</a:t>
            </a:r>
            <a:endParaRPr/>
          </a:p>
          <a:p>
            <a:pPr marL="0" lvl="0" indent="0" algn="r" rtl="0">
              <a:lnSpc>
                <a:spcPct val="100000"/>
              </a:lnSpc>
              <a:spcBef>
                <a:spcPts val="0"/>
              </a:spcBef>
              <a:spcAft>
                <a:spcPts val="0"/>
              </a:spcAft>
              <a:buSzPts val="2550"/>
              <a:buNone/>
              <a:defRPr/>
            </a:pPr>
            <a:endParaRPr sz="2550" b="0">
              <a:solidFill>
                <a:srgbClr val="F2F4FF"/>
              </a:solidFill>
              <a:latin typeface="Readex Pro"/>
              <a:ea typeface="Readex Pro"/>
              <a:cs typeface="Readex Pro"/>
            </a:endParaRPr>
          </a:p>
          <a:p>
            <a:pPr marL="0" lvl="0" indent="0" algn="r" rtl="1">
              <a:lnSpc>
                <a:spcPct val="100000"/>
              </a:lnSpc>
              <a:spcBef>
                <a:spcPts val="0"/>
              </a:spcBef>
              <a:spcAft>
                <a:spcPts val="0"/>
              </a:spcAft>
              <a:buSzPts val="2550"/>
              <a:buNone/>
              <a:defRPr/>
            </a:pPr>
            <a:r>
              <a:rPr lang="ar-SA" sz="2550" b="0">
                <a:solidFill>
                  <a:srgbClr val="F2F4FF"/>
                </a:solidFill>
                <a:latin typeface="Readex Pro"/>
                <a:ea typeface="Readex Pro"/>
                <a:cs typeface="Readex Pro"/>
              </a:rPr>
              <a:t>القيد: السند يُقرأ نصاً، وجمع الطرق ومقارنتها جهد يدوي</a:t>
            </a:r>
            <a:endParaRPr/>
          </a:p>
          <a:p>
            <a:pPr marL="0" lvl="0" indent="0" algn="r" rtl="0">
              <a:lnSpc>
                <a:spcPct val="100000"/>
              </a:lnSpc>
              <a:spcBef>
                <a:spcPts val="0"/>
              </a:spcBef>
              <a:spcAft>
                <a:spcPts val="0"/>
              </a:spcAft>
              <a:buSzPts val="2550"/>
              <a:buNone/>
              <a:defRPr/>
            </a:pPr>
            <a:endParaRPr sz="2550" b="0">
              <a:solidFill>
                <a:srgbClr val="F2F4FF"/>
              </a:solidFill>
              <a:latin typeface="Readex Pro"/>
              <a:ea typeface="Readex Pro"/>
              <a:cs typeface="Readex Pro"/>
            </a:endParaRPr>
          </a:p>
          <a:p>
            <a:pPr marL="0" lvl="0" indent="0" algn="r" rtl="1">
              <a:lnSpc>
                <a:spcPct val="100000"/>
              </a:lnSpc>
              <a:spcBef>
                <a:spcPts val="0"/>
              </a:spcBef>
              <a:spcAft>
                <a:spcPts val="0"/>
              </a:spcAft>
              <a:buSzPts val="2550"/>
              <a:buNone/>
              <a:defRPr/>
            </a:pPr>
            <a:r>
              <a:rPr lang="ar-SA" sz="2550" b="0">
                <a:solidFill>
                  <a:srgbClr val="F2F4FF"/>
                </a:solidFill>
                <a:latin typeface="Readex Pro"/>
                <a:ea typeface="Readex Pro"/>
                <a:cs typeface="Readex Pro"/>
              </a:rPr>
              <a:t>يناسب: الرجوع إلى النص والحكم المعتمد</a:t>
            </a:r>
            <a:endParaRPr/>
          </a:p>
        </p:txBody>
      </p:sp>
      <p:sp>
        <p:nvSpPr>
          <p:cNvPr id="1344696567" name="Google Shape;892;p28"/>
          <p:cNvSpPr txBox="1"/>
          <p:nvPr>
            <p:ph type="body" idx="8"/>
          </p:nvPr>
        </p:nvSpPr>
        <p:spPr bwMode="auto">
          <a:xfrm>
            <a:off x="1409700" y="5905500"/>
            <a:ext cx="7143900" cy="29529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550"/>
              <a:buNone/>
              <a:defRPr/>
            </a:pPr>
            <a:r>
              <a:rPr lang="ar-SA" sz="2550" b="0">
                <a:solidFill>
                  <a:srgbClr val="F2F4FF"/>
                </a:solidFill>
                <a:latin typeface="Readex Pro"/>
                <a:ea typeface="Readex Pro"/>
                <a:cs typeface="Readex Pro"/>
              </a:rPr>
              <a:t>الميزة: رسم الأسانيد عبر كتب الحديث وفحص العلل</a:t>
            </a:r>
            <a:endParaRPr/>
          </a:p>
          <a:p>
            <a:pPr marL="0" lvl="0" indent="0" algn="r" rtl="0">
              <a:lnSpc>
                <a:spcPct val="100000"/>
              </a:lnSpc>
              <a:spcBef>
                <a:spcPts val="0"/>
              </a:spcBef>
              <a:spcAft>
                <a:spcPts val="0"/>
              </a:spcAft>
              <a:buSzPts val="2550"/>
              <a:buNone/>
              <a:defRPr/>
            </a:pPr>
            <a:endParaRPr sz="2550" b="0">
              <a:solidFill>
                <a:srgbClr val="F2F4FF"/>
              </a:solidFill>
              <a:latin typeface="Readex Pro"/>
              <a:ea typeface="Readex Pro"/>
              <a:cs typeface="Readex Pro"/>
            </a:endParaRPr>
          </a:p>
          <a:p>
            <a:pPr marL="0" lvl="0" indent="0" algn="r" rtl="1">
              <a:lnSpc>
                <a:spcPct val="100000"/>
              </a:lnSpc>
              <a:spcBef>
                <a:spcPts val="0"/>
              </a:spcBef>
              <a:spcAft>
                <a:spcPts val="0"/>
              </a:spcAft>
              <a:buSzPts val="2550"/>
              <a:buNone/>
              <a:defRPr/>
            </a:pPr>
            <a:r>
              <a:rPr lang="ar-SA" sz="2550" b="0">
                <a:solidFill>
                  <a:srgbClr val="F2F4FF"/>
                </a:solidFill>
                <a:latin typeface="Readex Pro"/>
                <a:ea typeface="Readex Pro"/>
                <a:cs typeface="Readex Pro"/>
              </a:rPr>
              <a:t>القيد: لا تُصدر حكماً ولا تغني عن المصادر</a:t>
            </a:r>
            <a:endParaRPr/>
          </a:p>
          <a:p>
            <a:pPr marL="0" lvl="0" indent="0" algn="r" rtl="0">
              <a:lnSpc>
                <a:spcPct val="100000"/>
              </a:lnSpc>
              <a:spcBef>
                <a:spcPts val="0"/>
              </a:spcBef>
              <a:spcAft>
                <a:spcPts val="0"/>
              </a:spcAft>
              <a:buSzPts val="2550"/>
              <a:buNone/>
              <a:defRPr/>
            </a:pPr>
            <a:endParaRPr sz="2550" b="0">
              <a:solidFill>
                <a:srgbClr val="F2F4FF"/>
              </a:solidFill>
              <a:latin typeface="Readex Pro"/>
              <a:ea typeface="Readex Pro"/>
              <a:cs typeface="Readex Pro"/>
            </a:endParaRPr>
          </a:p>
          <a:p>
            <a:pPr marL="0" lvl="0" indent="0" algn="r" rtl="1">
              <a:lnSpc>
                <a:spcPct val="100000"/>
              </a:lnSpc>
              <a:spcBef>
                <a:spcPts val="0"/>
              </a:spcBef>
              <a:spcAft>
                <a:spcPts val="0"/>
              </a:spcAft>
              <a:buSzPts val="2550"/>
              <a:buNone/>
              <a:defRPr/>
            </a:pPr>
            <a:r>
              <a:rPr lang="ar-SA" sz="2550" b="0">
                <a:solidFill>
                  <a:srgbClr val="F2F4FF"/>
                </a:solidFill>
                <a:latin typeface="Readex Pro"/>
                <a:ea typeface="Readex Pro"/>
                <a:cs typeface="Readex Pro"/>
              </a:rPr>
              <a:t>يناسب: التحقق الأولي ومقارنة الطرق قبل الرجوع للحكم</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85420847" name="Google Shape;686;p19"/>
          <p:cNvPicPr/>
          <p:nvPr/>
        </p:nvPicPr>
        <p:blipFill rotWithShape="1">
          <a:blip r:embed="rId3">
            <a:alphaModFix/>
          </a:blip>
          <a:srcRect l="0" t="0" r="0" b="0"/>
          <a:stretch/>
        </p:blipFill>
        <p:spPr bwMode="auto">
          <a:xfrm>
            <a:off x="-19050" y="0"/>
            <a:ext cx="18288000" cy="10287000"/>
          </a:xfrm>
          <a:prstGeom prst="rect">
            <a:avLst/>
          </a:prstGeom>
          <a:noFill/>
          <a:ln>
            <a:noFill/>
          </a:ln>
        </p:spPr>
      </p:pic>
      <p:pic>
        <p:nvPicPr>
          <p:cNvPr id="1158016641" name="Google Shape;687;p19"/>
          <p:cNvPicPr/>
          <p:nvPr/>
        </p:nvPicPr>
        <p:blipFill rotWithShape="1">
          <a:blip r:embed="rId4">
            <a:alphaModFix/>
          </a:blip>
          <a:srcRect l="0" t="0" r="0" b="0"/>
          <a:stretch/>
        </p:blipFill>
        <p:spPr bwMode="auto">
          <a:xfrm>
            <a:off x="1066800" y="693967"/>
            <a:ext cx="3429002" cy="879015"/>
          </a:xfrm>
          <a:prstGeom prst="rect">
            <a:avLst/>
          </a:prstGeom>
          <a:noFill/>
          <a:ln>
            <a:noFill/>
          </a:ln>
        </p:spPr>
      </p:pic>
      <p:sp>
        <p:nvSpPr>
          <p:cNvPr id="702386238" name="Google Shape;688;p19"/>
          <p:cNvSpPr txBox="1"/>
          <p:nvPr>
            <p:ph type="body" idx="1"/>
          </p:nvPr>
        </p:nvSpPr>
        <p:spPr bwMode="auto">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2EF2C2"/>
                </a:solidFill>
                <a:latin typeface="Readex Pro"/>
                <a:ea typeface="Readex Pro"/>
                <a:cs typeface="Readex Pro"/>
              </a:rPr>
              <a:t>الفريق</a:t>
            </a:r>
            <a:endParaRPr/>
          </a:p>
        </p:txBody>
      </p:sp>
      <p:sp>
        <p:nvSpPr>
          <p:cNvPr id="153283689" name="Google Shape;689;p19"/>
          <p:cNvSpPr txBox="1"/>
          <p:nvPr>
            <p:ph type="title"/>
          </p:nvPr>
        </p:nvSpPr>
        <p:spPr bwMode="auto">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defRPr/>
            </a:pPr>
            <a:r>
              <a:rPr lang="ar-SA" sz="4500" b="1">
                <a:solidFill>
                  <a:srgbClr val="F2F4FF"/>
                </a:solidFill>
                <a:latin typeface="Readex Pro"/>
                <a:ea typeface="Readex Pro"/>
                <a:cs typeface="Readex Pro"/>
              </a:rPr>
              <a:t>فريق العمل</a:t>
            </a:r>
            <a:endParaRPr/>
          </a:p>
        </p:txBody>
      </p:sp>
      <p:sp>
        <p:nvSpPr>
          <p:cNvPr id="121932078" name="Google Shape;690;p19"/>
          <p:cNvSpPr txBox="1"/>
          <p:nvPr>
            <p:ph type="body" idx="2"/>
          </p:nvPr>
        </p:nvSpPr>
        <p:spPr bwMode="auto">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المسار 04 · أدوات المعرفة والتحقق</a:t>
            </a:r>
            <a:endParaRPr/>
          </a:p>
        </p:txBody>
      </p:sp>
      <p:sp>
        <p:nvSpPr>
          <p:cNvPr id="210798821" name="Google Shape;691;p19"/>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defRPr/>
            </a:pPr>
            <a:fld id="{00000000-1234-1234-1234-123412341234}" type="slidenum">
              <a:rPr lang="ar-SA" sz="1800">
                <a:solidFill>
                  <a:srgbClr val="8E99CC"/>
                </a:solidFill>
                <a:latin typeface="Readex Pro"/>
                <a:ea typeface="Readex Pro"/>
                <a:cs typeface="Readex Pro"/>
              </a:rPr>
              <a:t>‹#›</a:t>
            </a:fld>
            <a:endParaRPr/>
          </a:p>
        </p:txBody>
      </p:sp>
      <p:pic>
        <p:nvPicPr>
          <p:cNvPr id="22439848" name=""/>
          <p:cNvPicPr>
            <a:picLocks noChangeAspect="1"/>
          </p:cNvPicPr>
          <p:nvPr>
            <p:ph type="pic" idx="3"/>
          </p:nvPr>
        </p:nvPicPr>
        <p:blipFill rotWithShape="1">
          <a:blip r:embed="rId5"/>
          <a:stretch/>
        </p:blipFill>
        <p:spPr bwMode="auto">
          <a:xfrm rot="0">
            <a:off x="14192249" y="3927131"/>
            <a:ext cx="2571750" cy="2432736"/>
          </a:xfrm>
          <a:prstGeom prst="rect">
            <a:avLst/>
          </a:prstGeom>
        </p:spPr>
      </p:pic>
      <p:sp>
        <p:nvSpPr>
          <p:cNvPr id="1950496551" name="Google Shape;693;p19"/>
          <p:cNvSpPr txBox="1"/>
          <p:nvPr>
            <p:ph type="body" idx="4"/>
          </p:nvPr>
        </p:nvSpPr>
        <p:spPr bwMode="auto">
          <a:xfrm>
            <a:off x="13716000" y="6953250"/>
            <a:ext cx="3524250" cy="619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1">
                <a:solidFill>
                  <a:srgbClr val="F2F4FF"/>
                </a:solidFill>
                <a:latin typeface="Readex Pro"/>
                <a:ea typeface="Readex Pro"/>
                <a:cs typeface="Readex Pro"/>
              </a:rPr>
              <a:t>Abdelrahman Alaa Mohamed</a:t>
            </a:r>
            <a:endParaRPr/>
          </a:p>
        </p:txBody>
      </p:sp>
      <p:sp>
        <p:nvSpPr>
          <p:cNvPr id="70496847" name="Google Shape;694;p19"/>
          <p:cNvSpPr txBox="1"/>
          <p:nvPr>
            <p:ph type="body" idx="5"/>
          </p:nvPr>
        </p:nvSpPr>
        <p:spPr bwMode="auto">
          <a:xfrm>
            <a:off x="13716000" y="7810500"/>
            <a:ext cx="3524250" cy="9048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100"/>
              <a:buNone/>
              <a:defRPr/>
            </a:pPr>
            <a:r>
              <a:rPr lang="ar-SA" sz="2100" b="0">
                <a:solidFill>
                  <a:srgbClr val="2EF2C2"/>
                </a:solidFill>
                <a:latin typeface="Readex Pro"/>
                <a:ea typeface="Readex Pro"/>
                <a:cs typeface="Readex Pro"/>
              </a:rPr>
              <a:t>قائد الفريق · الذكاء الاصطناعي وقواعد العلل</a:t>
            </a:r>
            <a:endParaRPr/>
          </a:p>
        </p:txBody>
      </p:sp>
      <p:sp>
        <p:nvSpPr>
          <p:cNvPr id="256253254" name="Google Shape;695;p19"/>
          <p:cNvSpPr/>
          <p:nvPr>
            <p:ph type="pic" idx="6"/>
          </p:nvPr>
        </p:nvSpPr>
        <p:spPr bwMode="auto">
          <a:xfrm>
            <a:off x="101917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150799861" name="Google Shape;696;p19"/>
          <p:cNvSpPr txBox="1"/>
          <p:nvPr>
            <p:ph type="body" idx="7"/>
          </p:nvPr>
        </p:nvSpPr>
        <p:spPr bwMode="auto">
          <a:xfrm>
            <a:off x="9715500" y="6953250"/>
            <a:ext cx="3524250" cy="619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1">
                <a:solidFill>
                  <a:srgbClr val="F2F4FF"/>
                </a:solidFill>
                <a:latin typeface="Readex Pro"/>
                <a:ea typeface="Readex Pro"/>
                <a:cs typeface="Readex Pro"/>
              </a:rPr>
              <a:t>Abdelrahman Alaa Mohamed</a:t>
            </a:r>
            <a:endParaRPr/>
          </a:p>
        </p:txBody>
      </p:sp>
      <p:sp>
        <p:nvSpPr>
          <p:cNvPr id="1538261648" name="Google Shape;697;p19"/>
          <p:cNvSpPr txBox="1"/>
          <p:nvPr>
            <p:ph type="body" idx="8"/>
          </p:nvPr>
        </p:nvSpPr>
        <p:spPr bwMode="auto">
          <a:xfrm>
            <a:off x="9715500" y="7810500"/>
            <a:ext cx="3524250" cy="9048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100"/>
              <a:buNone/>
              <a:defRPr/>
            </a:pPr>
            <a:r>
              <a:rPr lang="ar-SA" sz="2100" b="0">
                <a:solidFill>
                  <a:srgbClr val="2EF2C2"/>
                </a:solidFill>
                <a:latin typeface="Readex Pro"/>
                <a:ea typeface="Readex Pro"/>
                <a:cs typeface="Readex Pro"/>
              </a:rPr>
              <a:t>الواجهات والخادم والبيانات</a:t>
            </a:r>
            <a:endParaRPr/>
          </a:p>
        </p:txBody>
      </p:sp>
      <p:sp>
        <p:nvSpPr>
          <p:cNvPr id="1529221602" name="Google Shape;698;p19"/>
          <p:cNvSpPr/>
          <p:nvPr>
            <p:ph type="pic" idx="9"/>
          </p:nvPr>
        </p:nvSpPr>
        <p:spPr bwMode="auto">
          <a:xfrm>
            <a:off x="61912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1572355983" name="Google Shape;699;p19"/>
          <p:cNvSpPr txBox="1"/>
          <p:nvPr>
            <p:ph type="body" idx="13"/>
          </p:nvPr>
        </p:nvSpPr>
        <p:spPr bwMode="auto">
          <a:xfrm>
            <a:off x="5715000" y="6953250"/>
            <a:ext cx="3524250" cy="619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1">
                <a:solidFill>
                  <a:srgbClr val="F2F4FF"/>
                </a:solidFill>
                <a:latin typeface="Readex Pro"/>
                <a:ea typeface="Readex Pro"/>
                <a:cs typeface="Readex Pro"/>
              </a:rPr>
              <a:t>مراجعة مخطَّطة</a:t>
            </a:r>
            <a:endParaRPr/>
          </a:p>
        </p:txBody>
      </p:sp>
      <p:sp>
        <p:nvSpPr>
          <p:cNvPr id="1287218123" name="Google Shape;700;p19"/>
          <p:cNvSpPr txBox="1"/>
          <p:nvPr>
            <p:ph type="body" idx="14"/>
          </p:nvPr>
        </p:nvSpPr>
        <p:spPr bwMode="auto">
          <a:xfrm>
            <a:off x="5715000" y="7810500"/>
            <a:ext cx="3524250" cy="9048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100"/>
              <a:buNone/>
              <a:defRPr/>
            </a:pPr>
            <a:r>
              <a:rPr lang="ar-SA" sz="2100" b="0">
                <a:solidFill>
                  <a:srgbClr val="2EF2C2"/>
                </a:solidFill>
                <a:latin typeface="Readex Pro"/>
                <a:ea typeface="Readex Pro"/>
                <a:cs typeface="Readex Pro"/>
              </a:rPr>
              <a:t>متخصص شرعي بعد التسليم</a:t>
            </a:r>
            <a:endParaRPr/>
          </a:p>
        </p:txBody>
      </p:sp>
      <p:sp>
        <p:nvSpPr>
          <p:cNvPr id="1920326663" name="Google Shape;701;p19"/>
          <p:cNvSpPr/>
          <p:nvPr>
            <p:ph type="pic" idx="15"/>
          </p:nvPr>
        </p:nvSpPr>
        <p:spPr bwMode="auto">
          <a:xfrm>
            <a:off x="2190750" y="3857625"/>
            <a:ext cx="2571750" cy="2571750"/>
          </a:xfrm>
          <a:prstGeom prst="rect">
            <a:avLst/>
          </a:prstGeom>
          <a:solidFill>
            <a:srgbClr val="161D48"/>
          </a:solidFill>
          <a:ln w="11425" cap="flat" cmpd="sng">
            <a:solidFill>
              <a:srgbClr val="4A5590"/>
            </a:solidFill>
            <a:prstDash val="solid"/>
            <a:round/>
            <a:headEnd type="none" w="sm" len="sm"/>
            <a:tailEnd type="none" w="sm" len="sm"/>
          </a:ln>
        </p:spPr>
      </p:sp>
      <p:sp>
        <p:nvSpPr>
          <p:cNvPr id="2051439160" name="Google Shape;702;p19"/>
          <p:cNvSpPr txBox="1"/>
          <p:nvPr>
            <p:ph type="body" idx="16"/>
          </p:nvPr>
        </p:nvSpPr>
        <p:spPr bwMode="auto">
          <a:xfrm>
            <a:off x="1714500" y="6953250"/>
            <a:ext cx="3524250" cy="61912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1">
                <a:solidFill>
                  <a:srgbClr val="F2F4FF"/>
                </a:solidFill>
                <a:latin typeface="Readex Pro"/>
                <a:ea typeface="Readex Pro"/>
                <a:cs typeface="Readex Pro"/>
              </a:rPr>
              <a:t>Abdelrahman Alaa Mohamed</a:t>
            </a:r>
            <a:endParaRPr/>
          </a:p>
        </p:txBody>
      </p:sp>
      <p:sp>
        <p:nvSpPr>
          <p:cNvPr id="855176475" name="Google Shape;703;p19"/>
          <p:cNvSpPr txBox="1"/>
          <p:nvPr>
            <p:ph type="body" idx="17"/>
          </p:nvPr>
        </p:nvSpPr>
        <p:spPr bwMode="auto">
          <a:xfrm>
            <a:off x="1714500" y="7810500"/>
            <a:ext cx="3524250" cy="904875"/>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100"/>
              <a:buNone/>
              <a:defRPr/>
            </a:pPr>
            <a:r>
              <a:rPr lang="ar-SA" sz="2100" b="0">
                <a:solidFill>
                  <a:srgbClr val="2EF2C2"/>
                </a:solidFill>
                <a:latin typeface="Readex Pro"/>
                <a:ea typeface="Readex Pro"/>
                <a:cs typeface="Readex Pro"/>
              </a:rPr>
              <a:t>تجربة المستخدم والاختبار</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52535244" name="Google Shape;914;p31" title="خلفية هكثون3.png"/>
          <p:cNvPicPr/>
          <p:nvPr/>
        </p:nvPicPr>
        <p:blipFill rotWithShape="1">
          <a:blip r:embed="rId3">
            <a:alphaModFix/>
          </a:blip>
          <a:stretch/>
        </p:blipFill>
        <p:spPr bwMode="auto">
          <a:xfrm>
            <a:off x="0" y="0"/>
            <a:ext cx="18288000" cy="10287000"/>
          </a:xfrm>
          <a:prstGeom prst="rect">
            <a:avLst/>
          </a:prstGeom>
          <a:noFill/>
          <a:ln>
            <a:noFill/>
          </a:ln>
        </p:spPr>
      </p:pic>
      <p:sp>
        <p:nvSpPr>
          <p:cNvPr id="498906782" name="Google Shape;915;p31"/>
          <p:cNvSpPr txBox="1"/>
          <p:nvPr>
            <p:ph type="body" idx="1"/>
          </p:nvPr>
        </p:nvSpPr>
        <p:spPr bwMode="auto">
          <a:xfrm>
            <a:off x="3810000" y="5676900"/>
            <a:ext cx="10668000" cy="7431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700"/>
              <a:buNone/>
              <a:defRPr/>
            </a:pPr>
            <a:r>
              <a:rPr lang="ar-SA" sz="2700" b="0">
                <a:solidFill>
                  <a:srgbClr val="F2F4FF"/>
                </a:solidFill>
                <a:latin typeface="Readex Pro"/>
                <a:ea typeface="Readex Pro"/>
                <a:cs typeface="Readex Pro"/>
              </a:rPr>
              <a:t>شجرة الأسانيد الذكية · الرابط الحي: smart-hadith.idealisticsolutions.com</a:t>
            </a:r>
            <a:endParaRPr/>
          </a:p>
        </p:txBody>
      </p:sp>
      <p:sp>
        <p:nvSpPr>
          <p:cNvPr id="75623384" name="Google Shape;916;p31"/>
          <p:cNvSpPr txBox="1"/>
          <p:nvPr>
            <p:ph type="body" idx="2"/>
          </p:nvPr>
        </p:nvSpPr>
        <p:spPr bwMode="auto">
          <a:xfrm>
            <a:off x="3810000" y="6653200"/>
            <a:ext cx="10668000" cy="6669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2100"/>
              <a:buNone/>
              <a:defRPr/>
            </a:pPr>
            <a:r>
              <a:rPr lang="ar-SA" sz="2100" b="0">
                <a:solidFill>
                  <a:srgbClr val="CBCFE6"/>
                </a:solidFill>
                <a:latin typeface="Readex Pro"/>
                <a:ea typeface="Readex Pro"/>
                <a:cs typeface="Readex Pro"/>
              </a:rPr>
              <a:t>github.com/Abdelrahman984/smart-hadith-tree-web-public</a:t>
            </a:r>
            <a:endParaRPr/>
          </a:p>
        </p:txBody>
      </p:sp>
      <p:sp>
        <p:nvSpPr>
          <p:cNvPr id="2000648776" name="Google Shape;917;p31"/>
          <p:cNvSpPr txBox="1"/>
          <p:nvPr>
            <p:ph type="title"/>
          </p:nvPr>
        </p:nvSpPr>
        <p:spPr bwMode="auto">
          <a:xfrm>
            <a:off x="3810000" y="3819525"/>
            <a:ext cx="10668000" cy="1428900"/>
          </a:xfrm>
          <a:prstGeom prst="rect">
            <a:avLst/>
          </a:prstGeom>
          <a:noFill/>
          <a:ln>
            <a:noFill/>
          </a:ln>
        </p:spPr>
        <p:txBody>
          <a:bodyPr spcFirstLastPara="1" wrap="square" lIns="0" tIns="0" rIns="0" bIns="0" anchor="t" anchorCtr="0">
            <a:noAutofit/>
          </a:bodyPr>
          <a:lstStyle/>
          <a:p>
            <a:pPr marL="0" lvl="0" indent="0" algn="ctr" rtl="1">
              <a:lnSpc>
                <a:spcPct val="100000"/>
              </a:lnSpc>
              <a:spcBef>
                <a:spcPts val="0"/>
              </a:spcBef>
              <a:spcAft>
                <a:spcPts val="0"/>
              </a:spcAft>
              <a:buSzPts val="7200"/>
              <a:buNone/>
              <a:defRPr/>
            </a:pPr>
            <a:r>
              <a:rPr lang="ar-SA" sz="7200" b="1">
                <a:solidFill>
                  <a:srgbClr val="2EF2C2"/>
                </a:solidFill>
                <a:latin typeface="Readex Pro"/>
                <a:ea typeface="Readex Pro"/>
                <a:cs typeface="Readex Pro"/>
              </a:rPr>
              <a:t>شكراً لكم</a:t>
            </a:r>
            <a:endParaRPr/>
          </a:p>
        </p:txBody>
      </p:sp>
      <p:pic>
        <p:nvPicPr>
          <p:cNvPr id="69413673" name="Google Shape;918;p31" title="شعار الهاكثون لايت.png"/>
          <p:cNvPicPr/>
          <p:nvPr/>
        </p:nvPicPr>
        <p:blipFill rotWithShape="1">
          <a:blip r:embed="rId4">
            <a:alphaModFix/>
          </a:blip>
          <a:stretch/>
        </p:blipFill>
        <p:spPr bwMode="auto">
          <a:xfrm>
            <a:off x="3158450" y="1277075"/>
            <a:ext cx="6546002" cy="1678025"/>
          </a:xfrm>
          <a:prstGeom prst="rect">
            <a:avLst/>
          </a:prstGeom>
          <a:noFill/>
          <a:ln>
            <a:noFill/>
          </a:ln>
        </p:spPr>
      </p:pic>
      <p:pic>
        <p:nvPicPr>
          <p:cNvPr id="1660851714" name="Google Shape;919;p31"/>
          <p:cNvPicPr/>
          <p:nvPr/>
        </p:nvPicPr>
        <p:blipFill rotWithShape="1">
          <a:blip r:embed="rId5">
            <a:alphaModFix/>
          </a:blip>
          <a:srcRect l="0" t="0" r="0" b="0"/>
          <a:stretch/>
        </p:blipFill>
        <p:spPr bwMode="auto">
          <a:xfrm>
            <a:off x="13237879" y="1460433"/>
            <a:ext cx="1891696" cy="1195990"/>
          </a:xfrm>
          <a:prstGeom prst="rect">
            <a:avLst/>
          </a:prstGeom>
          <a:noFill/>
          <a:ln>
            <a:noFill/>
          </a:ln>
        </p:spPr>
      </p:pic>
      <p:pic>
        <p:nvPicPr>
          <p:cNvPr id="139244695" name="Google Shape;920;p31" title="شعار عام الذكاء الاصطناعي.png"/>
          <p:cNvPicPr/>
          <p:nvPr/>
        </p:nvPicPr>
        <p:blipFill rotWithShape="1">
          <a:blip r:embed="rId6">
            <a:alphaModFix/>
          </a:blip>
          <a:stretch/>
        </p:blipFill>
        <p:spPr bwMode="auto">
          <a:xfrm>
            <a:off x="10056994" y="1261812"/>
            <a:ext cx="2908672" cy="1708549"/>
          </a:xfrm>
          <a:prstGeom prst="rect">
            <a:avLst/>
          </a:prstGeom>
          <a:noFill/>
          <a:ln>
            <a:noFill/>
          </a:ln>
        </p:spPr>
      </p:pic>
      <p:pic>
        <p:nvPicPr>
          <p:cNvPr id="480022100" name="Google Shape;921;p31" title="شعار سدايا.png"/>
          <p:cNvPicPr/>
          <p:nvPr/>
        </p:nvPicPr>
        <p:blipFill rotWithShape="1">
          <a:blip r:embed="rId7">
            <a:alphaModFix/>
          </a:blip>
          <a:stretch/>
        </p:blipFill>
        <p:spPr bwMode="auto">
          <a:xfrm>
            <a:off x="7750489" y="7716733"/>
            <a:ext cx="2292680" cy="1346725"/>
          </a:xfrm>
          <a:prstGeom prst="rect">
            <a:avLst/>
          </a:prstGeom>
          <a:noFill/>
          <a:ln>
            <a:noFill/>
          </a:ln>
        </p:spPr>
      </p:pic>
      <p:pic>
        <p:nvPicPr>
          <p:cNvPr id="1267544621" name="Google Shape;922;p31" title="شعار فيوتشر.png"/>
          <p:cNvPicPr/>
          <p:nvPr/>
        </p:nvPicPr>
        <p:blipFill rotWithShape="1">
          <a:blip r:embed="rId8">
            <a:alphaModFix/>
          </a:blip>
          <a:stretch/>
        </p:blipFill>
        <p:spPr bwMode="auto">
          <a:xfrm>
            <a:off x="3179331" y="7929122"/>
            <a:ext cx="1570852" cy="921955"/>
          </a:xfrm>
          <a:prstGeom prst="rect">
            <a:avLst/>
          </a:prstGeom>
          <a:noFill/>
          <a:ln>
            <a:noFill/>
          </a:ln>
        </p:spPr>
      </p:pic>
      <p:pic>
        <p:nvPicPr>
          <p:cNvPr id="1330557453" name="Google Shape;923;p31" title="شعار التحول.png"/>
          <p:cNvPicPr/>
          <p:nvPr/>
        </p:nvPicPr>
        <p:blipFill rotWithShape="1">
          <a:blip r:embed="rId9">
            <a:alphaModFix/>
          </a:blip>
          <a:stretch/>
        </p:blipFill>
        <p:spPr bwMode="auto">
          <a:xfrm>
            <a:off x="5373933" y="7875719"/>
            <a:ext cx="1752806" cy="1028753"/>
          </a:xfrm>
          <a:prstGeom prst="rect">
            <a:avLst/>
          </a:prstGeom>
          <a:noFill/>
          <a:ln>
            <a:noFill/>
          </a:ln>
        </p:spPr>
      </p:pic>
      <p:sp>
        <p:nvSpPr>
          <p:cNvPr id="649436410" name="Google Shape;924;p31"/>
          <p:cNvSpPr txBox="1"/>
          <p:nvPr/>
        </p:nvSpPr>
        <p:spPr bwMode="auto">
          <a:xfrm>
            <a:off x="14046674" y="8254733"/>
            <a:ext cx="1062000" cy="295800"/>
          </a:xfrm>
          <a:prstGeom prst="rect">
            <a:avLst/>
          </a:prstGeom>
          <a:noFill/>
          <a:ln>
            <a:noFill/>
          </a:ln>
        </p:spPr>
        <p:txBody>
          <a:bodyPr spcFirstLastPara="1" wrap="square" lIns="0" tIns="0" rIns="0" bIns="0" anchor="t" anchorCtr="0">
            <a:noAutofit/>
          </a:bodyPr>
          <a:lstStyle/>
          <a:p>
            <a:pPr marL="0" lvl="0" indent="0" algn="r" rtl="1">
              <a:spcBef>
                <a:spcPts val="0"/>
              </a:spcBef>
              <a:spcAft>
                <a:spcPts val="0"/>
              </a:spcAft>
              <a:buNone/>
              <a:defRPr/>
            </a:pPr>
            <a:r>
              <a:rPr lang="ar-SA" sz="1800">
                <a:solidFill>
                  <a:srgbClr val="2EF2C2"/>
                </a:solidFill>
                <a:latin typeface="Readex Pro"/>
                <a:ea typeface="Readex Pro"/>
                <a:cs typeface="Readex Pro"/>
              </a:rPr>
              <a:t>شركاؤنا</a:t>
            </a:r>
            <a:r>
              <a:rPr lang="ar-SA">
                <a:solidFill>
                  <a:srgbClr val="2EF2C2"/>
                </a:solidFill>
                <a:latin typeface="Readex Pro"/>
                <a:ea typeface="Readex Pro"/>
                <a:cs typeface="Readex Pro"/>
              </a:rPr>
              <a:t>:</a:t>
            </a:r>
            <a:endParaRPr sz="1800">
              <a:solidFill>
                <a:srgbClr val="2EF2C2"/>
              </a:solidFill>
              <a:latin typeface="Readex Pro"/>
              <a:ea typeface="Readex Pro"/>
              <a:cs typeface="Readex Pro"/>
            </a:endParaRPr>
          </a:p>
        </p:txBody>
      </p:sp>
      <p:cxnSp>
        <p:nvCxnSpPr>
          <p:cNvPr id="580126342" name="Google Shape;925;p31"/>
          <p:cNvCxnSpPr/>
          <p:nvPr/>
        </p:nvCxnSpPr>
        <p:spPr bwMode="auto">
          <a:xfrm>
            <a:off x="7456246" y="8142400"/>
            <a:ext cx="0" cy="453600"/>
          </a:xfrm>
          <a:prstGeom prst="straightConnector1">
            <a:avLst/>
          </a:prstGeom>
          <a:noFill/>
          <a:ln w="9525" cap="flat" cmpd="sng">
            <a:solidFill>
              <a:srgbClr val="2EF2C2"/>
            </a:solidFill>
            <a:prstDash val="solid"/>
            <a:round/>
            <a:headEnd type="none" w="med" len="med"/>
            <a:tailEnd type="none" w="med" len="med"/>
          </a:ln>
        </p:spPr>
      </p:cxnSp>
      <p:cxnSp>
        <p:nvCxnSpPr>
          <p:cNvPr id="604180642" name="Google Shape;926;p31"/>
          <p:cNvCxnSpPr/>
          <p:nvPr/>
        </p:nvCxnSpPr>
        <p:spPr bwMode="auto">
          <a:xfrm>
            <a:off x="5075007" y="8142400"/>
            <a:ext cx="0" cy="453600"/>
          </a:xfrm>
          <a:prstGeom prst="straightConnector1">
            <a:avLst/>
          </a:prstGeom>
          <a:noFill/>
          <a:ln w="9525" cap="flat" cmpd="sng">
            <a:solidFill>
              <a:srgbClr val="2EF2C2"/>
            </a:solidFill>
            <a:prstDash val="solid"/>
            <a:round/>
            <a:headEnd type="none" w="med" len="med"/>
            <a:tailEnd type="none" w="med" len="med"/>
          </a:ln>
        </p:spPr>
      </p:cxnSp>
      <p:pic>
        <p:nvPicPr>
          <p:cNvPr id="1894970672" name="Google Shape;927;p31" title="شعار وزارة الاتصالات.png"/>
          <p:cNvPicPr/>
          <p:nvPr/>
        </p:nvPicPr>
        <p:blipFill rotWithShape="1">
          <a:blip r:embed="rId10">
            <a:alphaModFix/>
          </a:blip>
          <a:stretch/>
        </p:blipFill>
        <p:spPr bwMode="auto">
          <a:xfrm>
            <a:off x="10602750" y="7979050"/>
            <a:ext cx="3035650" cy="847150"/>
          </a:xfrm>
          <a:prstGeom prst="rect">
            <a:avLst/>
          </a:prstGeom>
          <a:noFill/>
          <a:ln>
            <a:noFill/>
          </a:ln>
        </p:spPr>
      </p:pic>
      <p:cxnSp>
        <p:nvCxnSpPr>
          <p:cNvPr id="93398944" name="Google Shape;928;p31"/>
          <p:cNvCxnSpPr/>
          <p:nvPr/>
        </p:nvCxnSpPr>
        <p:spPr bwMode="auto">
          <a:xfrm>
            <a:off x="10366904" y="8142400"/>
            <a:ext cx="0" cy="453600"/>
          </a:xfrm>
          <a:prstGeom prst="straightConnector1">
            <a:avLst/>
          </a:prstGeom>
          <a:noFill/>
          <a:ln w="9525" cap="flat" cmpd="sng">
            <a:solidFill>
              <a:srgbClr val="2EF2C2"/>
            </a:solidFill>
            <a:prstDash val="solid"/>
            <a:round/>
            <a:headEnd type="none" w="med" len="med"/>
            <a:tailEnd type="none" w="med" len="med"/>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85420847" name="Google Shape;686;p19"/>
          <p:cNvPicPr/>
          <p:nvPr/>
        </p:nvPicPr>
        <p:blipFill rotWithShape="1">
          <a:blip r:embed="rId2">
            <a:alphaModFix/>
          </a:blip>
          <a:srcRect l="0" t="0" r="0" b="0"/>
          <a:stretch/>
        </p:blipFill>
        <p:spPr bwMode="auto">
          <a:xfrm>
            <a:off x="-19050" y="0"/>
            <a:ext cx="18288000" cy="10287000"/>
          </a:xfrm>
          <a:prstGeom prst="rect">
            <a:avLst/>
          </a:prstGeom>
          <a:noFill/>
          <a:ln>
            <a:noFill/>
          </a:ln>
        </p:spPr>
      </p:pic>
      <p:pic>
        <p:nvPicPr>
          <p:cNvPr id="1158016641" name="Google Shape;687;p19"/>
          <p:cNvPicPr/>
          <p:nvPr/>
        </p:nvPicPr>
        <p:blipFill rotWithShape="1">
          <a:blip r:embed="rId3">
            <a:alphaModFix/>
          </a:blip>
          <a:srcRect l="0" t="0" r="0" b="0"/>
          <a:stretch/>
        </p:blipFill>
        <p:spPr bwMode="auto">
          <a:xfrm>
            <a:off x="1066800" y="693967"/>
            <a:ext cx="3429002" cy="879015"/>
          </a:xfrm>
          <a:prstGeom prst="rect">
            <a:avLst/>
          </a:prstGeom>
          <a:noFill/>
          <a:ln>
            <a:noFill/>
          </a:ln>
        </p:spPr>
      </p:pic>
      <p:sp>
        <p:nvSpPr>
          <p:cNvPr id="702386238" name="Google Shape;688;p19"/>
          <p:cNvSpPr txBox="1"/>
          <p:nvPr>
            <p:ph type="body" idx="1"/>
          </p:nvPr>
        </p:nvSpPr>
        <p:spPr bwMode="auto">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2EF2C2"/>
                </a:solidFill>
                <a:latin typeface="Readex Pro"/>
                <a:ea typeface="Readex Pro"/>
                <a:cs typeface="Readex Pro"/>
              </a:rPr>
              <a:t>لقطات من النظام</a:t>
            </a:r>
            <a:endParaRPr/>
          </a:p>
        </p:txBody>
      </p:sp>
      <p:sp>
        <p:nvSpPr>
          <p:cNvPr id="153283689" name="Google Shape;689;p19"/>
          <p:cNvSpPr txBox="1"/>
          <p:nvPr>
            <p:ph type="title"/>
          </p:nvPr>
        </p:nvSpPr>
        <p:spPr bwMode="auto">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defRPr/>
            </a:pPr>
            <a:r>
              <a:rPr lang="ar-SA" sz="4500" b="1">
                <a:solidFill>
                  <a:srgbClr val="F2F4FF"/>
                </a:solidFill>
                <a:latin typeface="Readex Pro"/>
                <a:ea typeface="Readex Pro"/>
                <a:cs typeface="Readex Pro"/>
              </a:rPr>
              <a:t>من البحث إلى شجرة السند</a:t>
            </a:r>
            <a:endParaRPr/>
          </a:p>
        </p:txBody>
      </p:sp>
      <p:sp>
        <p:nvSpPr>
          <p:cNvPr id="121932078" name="Google Shape;690;p19"/>
          <p:cNvSpPr txBox="1"/>
          <p:nvPr>
            <p:ph type="body" idx="2"/>
          </p:nvPr>
        </p:nvSpPr>
        <p:spPr bwMode="auto">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الرابط الحي: smart-hadith.idealisticsolutions.com</a:t>
            </a:r>
            <a:endParaRPr/>
          </a:p>
        </p:txBody>
      </p:sp>
      <p:sp>
        <p:nvSpPr>
          <p:cNvPr id="210798821" name="Google Shape;691;p19"/>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defRPr/>
            </a:pPr>
            <a:fld id="{00000000-1234-1234-1234-123412341234}" type="slidenum">
              <a:rPr lang="ar-SA" sz="1800">
                <a:solidFill>
                  <a:srgbClr val="8E99CC"/>
                </a:solidFill>
                <a:latin typeface="Readex Pro"/>
                <a:ea typeface="Readex Pro"/>
                <a:cs typeface="Readex Pro"/>
              </a:rPr>
              <a:t>‹#›</a:t>
            </a:fld>
            <a:endParaRPr/>
          </a:p>
        </p:txBody>
      </p:sp>
      <p:pic>
        <p:nvPicPr>
          <p:cNvPr id="1158016642" name="Picture 1158016641" descr="search_taqwa.png"/>
          <p:cNvPicPr>
            <a:picLocks noChangeAspect="1"/>
          </p:cNvPicPr>
          <p:nvPr/>
        </p:nvPicPr>
        <p:blipFill>
          <a:blip r:embed="rId4"/>
          <a:stretch>
            <a:fillRect/>
          </a:stretch>
        </p:blipFill>
        <p:spPr>
          <a:xfrm>
            <a:off x="9418320" y="4114800"/>
            <a:ext cx="7406640" cy="4166235"/>
          </a:xfrm>
          <a:prstGeom prst="rect">
            <a:avLst/>
          </a:prstGeom>
          <a:ln w="19050">
            <a:solidFill>
              <a:srgbClr val="12183F"/>
            </a:solidFill>
          </a:ln>
        </p:spPr>
      </p:pic>
      <p:sp>
        <p:nvSpPr>
          <p:cNvPr id="1158016643" name="TextBox 1158016642"/>
          <p:cNvSpPr txBox="1"/>
          <p:nvPr/>
        </p:nvSpPr>
        <p:spPr>
          <a:xfrm>
            <a:off x="9418320" y="8435340"/>
            <a:ext cx="7406640" cy="925830"/>
          </a:xfrm>
          <a:prstGeom prst="rect">
            <a:avLst/>
          </a:prstGeom>
          <a:noFill/>
        </p:spPr>
        <p:txBody>
          <a:bodyPr wrap="square">
            <a:spAutoFit/>
          </a:bodyPr>
          <a:lstStyle/>
          <a:p>
            <a:pPr rtl="1" algn="r"/>
            <a:r>
              <a:rPr sz="2400">
                <a:solidFill>
                  <a:srgbClr val="12183F"/>
                </a:solidFill>
              </a:rPr>
              <a:t>1. البحث بطرف الحديث: عبارة «اتق الله حيثما كنت» تأتي حرفياً من 12 رواية</a:t>
            </a:r>
          </a:p>
        </p:txBody>
      </p:sp>
      <p:pic>
        <p:nvPicPr>
          <p:cNvPr id="1158016644" name="Picture 1158016643" descr="takhreej_taqwa.png"/>
          <p:cNvPicPr>
            <a:picLocks noChangeAspect="1"/>
          </p:cNvPicPr>
          <p:nvPr/>
        </p:nvPicPr>
        <p:blipFill>
          <a:blip r:embed="rId5"/>
          <a:stretch>
            <a:fillRect/>
          </a:stretch>
        </p:blipFill>
        <p:spPr>
          <a:xfrm>
            <a:off x="1463040" y="4114800"/>
            <a:ext cx="7406640" cy="4166235"/>
          </a:xfrm>
          <a:prstGeom prst="rect">
            <a:avLst/>
          </a:prstGeom>
          <a:ln w="19050">
            <a:solidFill>
              <a:srgbClr val="12183F"/>
            </a:solidFill>
          </a:ln>
        </p:spPr>
      </p:pic>
      <p:sp>
        <p:nvSpPr>
          <p:cNvPr id="1158016645" name="TextBox 1158016644"/>
          <p:cNvSpPr txBox="1"/>
          <p:nvPr/>
        </p:nvSpPr>
        <p:spPr>
          <a:xfrm>
            <a:off x="1463040" y="8435340"/>
            <a:ext cx="7406640" cy="925830"/>
          </a:xfrm>
          <a:prstGeom prst="rect">
            <a:avLst/>
          </a:prstGeom>
          <a:noFill/>
        </p:spPr>
        <p:txBody>
          <a:bodyPr wrap="square">
            <a:spAutoFit/>
          </a:bodyPr>
          <a:lstStyle/>
          <a:p>
            <a:pPr rtl="1" algn="r"/>
            <a:r>
              <a:rPr sz="2400">
                <a:solidFill>
                  <a:srgbClr val="12183F"/>
                </a:solidFill>
              </a:rPr>
              <a:t>2. شجرة السند: من الصحابي إلى المصنِّف، وشارة «مدلس» على الراوي</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85420847" name="Google Shape;686;p19"/>
          <p:cNvPicPr/>
          <p:nvPr/>
        </p:nvPicPr>
        <p:blipFill rotWithShape="1">
          <a:blip r:embed="rId2">
            <a:alphaModFix/>
          </a:blip>
          <a:srcRect l="0" t="0" r="0" b="0"/>
          <a:stretch/>
        </p:blipFill>
        <p:spPr bwMode="auto">
          <a:xfrm>
            <a:off x="-19050" y="0"/>
            <a:ext cx="18288000" cy="10287000"/>
          </a:xfrm>
          <a:prstGeom prst="rect">
            <a:avLst/>
          </a:prstGeom>
          <a:noFill/>
          <a:ln>
            <a:noFill/>
          </a:ln>
        </p:spPr>
      </p:pic>
      <p:pic>
        <p:nvPicPr>
          <p:cNvPr id="1158016641" name="Google Shape;687;p19"/>
          <p:cNvPicPr/>
          <p:nvPr/>
        </p:nvPicPr>
        <p:blipFill rotWithShape="1">
          <a:blip r:embed="rId3">
            <a:alphaModFix/>
          </a:blip>
          <a:srcRect l="0" t="0" r="0" b="0"/>
          <a:stretch/>
        </p:blipFill>
        <p:spPr bwMode="auto">
          <a:xfrm>
            <a:off x="1066800" y="693967"/>
            <a:ext cx="3429002" cy="879015"/>
          </a:xfrm>
          <a:prstGeom prst="rect">
            <a:avLst/>
          </a:prstGeom>
          <a:noFill/>
          <a:ln>
            <a:noFill/>
          </a:ln>
        </p:spPr>
      </p:pic>
      <p:sp>
        <p:nvSpPr>
          <p:cNvPr id="702386238" name="Google Shape;688;p19"/>
          <p:cNvSpPr txBox="1"/>
          <p:nvPr>
            <p:ph type="body" idx="1"/>
          </p:nvPr>
        </p:nvSpPr>
        <p:spPr bwMode="auto">
          <a:xfrm>
            <a:off x="10363200" y="1028700"/>
            <a:ext cx="6477000" cy="4191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1800"/>
              <a:buNone/>
              <a:defRPr/>
            </a:pPr>
            <a:r>
              <a:rPr lang="ar-SA" sz="1800" b="0">
                <a:solidFill>
                  <a:srgbClr val="2EF2C2"/>
                </a:solidFill>
                <a:latin typeface="Readex Pro"/>
                <a:ea typeface="Readex Pro"/>
                <a:cs typeface="Readex Pro"/>
              </a:rPr>
              <a:t>لقطات من النظام</a:t>
            </a:r>
            <a:endParaRPr/>
          </a:p>
        </p:txBody>
      </p:sp>
      <p:sp>
        <p:nvSpPr>
          <p:cNvPr id="153283689" name="Google Shape;689;p19"/>
          <p:cNvSpPr txBox="1"/>
          <p:nvPr>
            <p:ph type="title"/>
          </p:nvPr>
        </p:nvSpPr>
        <p:spPr bwMode="auto">
          <a:xfrm>
            <a:off x="1409700" y="1809750"/>
            <a:ext cx="15430500" cy="9525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4500"/>
              <a:buNone/>
              <a:defRPr/>
            </a:pPr>
            <a:r>
              <a:rPr lang="ar-SA" sz="4500" b="1">
                <a:solidFill>
                  <a:srgbClr val="F2F4FF"/>
                </a:solidFill>
                <a:latin typeface="Readex Pro"/>
                <a:ea typeface="Readex Pro"/>
                <a:cs typeface="Readex Pro"/>
              </a:rPr>
              <a:t>فحص العلل وحالة الدليل</a:t>
            </a:r>
            <a:endParaRPr/>
          </a:p>
        </p:txBody>
      </p:sp>
      <p:sp>
        <p:nvSpPr>
          <p:cNvPr id="121932078" name="Google Shape;690;p19"/>
          <p:cNvSpPr txBox="1"/>
          <p:nvPr>
            <p:ph type="body" idx="2"/>
          </p:nvPr>
        </p:nvSpPr>
        <p:spPr bwMode="auto">
          <a:xfrm>
            <a:off x="1409700" y="2857500"/>
            <a:ext cx="15430500" cy="685800"/>
          </a:xfrm>
          <a:prstGeom prst="rect">
            <a:avLst/>
          </a:prstGeom>
          <a:noFill/>
          <a:ln>
            <a:noFill/>
          </a:ln>
        </p:spPr>
        <p:txBody>
          <a:bodyPr spcFirstLastPara="1" wrap="square" lIns="0" tIns="0" rIns="0" bIns="0" anchor="t" anchorCtr="0">
            <a:noAutofit/>
          </a:bodyPr>
          <a:lstStyle/>
          <a:p>
            <a:pPr marL="0" lvl="0" indent="0" algn="r" rtl="1">
              <a:lnSpc>
                <a:spcPct val="100000"/>
              </a:lnSpc>
              <a:spcBef>
                <a:spcPts val="0"/>
              </a:spcBef>
              <a:spcAft>
                <a:spcPts val="0"/>
              </a:spcAft>
              <a:buSzPts val="2250"/>
              <a:buNone/>
              <a:defRPr/>
            </a:pPr>
            <a:r>
              <a:rPr lang="ar-SA" sz="2250" b="0">
                <a:solidFill>
                  <a:srgbClr val="CBCFE6"/>
                </a:solidFill>
                <a:latin typeface="Readex Pro"/>
                <a:ea typeface="Readex Pro"/>
                <a:cs typeface="Readex Pro"/>
              </a:rPr>
              <a:t>الرابط الحي: smart-hadith.idealisticsolutions.com</a:t>
            </a:r>
            <a:endParaRPr/>
          </a:p>
        </p:txBody>
      </p:sp>
      <p:sp>
        <p:nvSpPr>
          <p:cNvPr id="210798821" name="Google Shape;691;p19"/>
          <p:cNvSpPr txBox="1"/>
          <p:nvPr>
            <p:ph type="sldNum" idx="12"/>
          </p:nvPr>
        </p:nvSpPr>
        <p:spPr bwMode="auto">
          <a:xfrm>
            <a:off x="1066800" y="9467850"/>
            <a:ext cx="952500" cy="40005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defRPr/>
            </a:pPr>
            <a:fld id="{00000000-1234-1234-1234-123412341234}" type="slidenum">
              <a:rPr lang="ar-SA" sz="1800">
                <a:solidFill>
                  <a:srgbClr val="8E99CC"/>
                </a:solidFill>
                <a:latin typeface="Readex Pro"/>
                <a:ea typeface="Readex Pro"/>
                <a:cs typeface="Readex Pro"/>
              </a:rPr>
              <a:t>‹#›</a:t>
            </a:fld>
            <a:endParaRPr/>
          </a:p>
        </p:txBody>
      </p:sp>
      <p:pic>
        <p:nvPicPr>
          <p:cNvPr id="1158016642" name="Picture 1158016641" descr="ilal_taqwa.png"/>
          <p:cNvPicPr>
            <a:picLocks noChangeAspect="1"/>
          </p:cNvPicPr>
          <p:nvPr/>
        </p:nvPicPr>
        <p:blipFill>
          <a:blip r:embed="rId4"/>
          <a:stretch>
            <a:fillRect/>
          </a:stretch>
        </p:blipFill>
        <p:spPr>
          <a:xfrm>
            <a:off x="9418320" y="4114800"/>
            <a:ext cx="7406640" cy="4166235"/>
          </a:xfrm>
          <a:prstGeom prst="rect">
            <a:avLst/>
          </a:prstGeom>
          <a:ln w="19050">
            <a:solidFill>
              <a:srgbClr val="12183F"/>
            </a:solidFill>
          </a:ln>
        </p:spPr>
      </p:pic>
      <p:sp>
        <p:nvSpPr>
          <p:cNvPr id="1158016643" name="TextBox 1158016642"/>
          <p:cNvSpPr txBox="1"/>
          <p:nvPr/>
        </p:nvSpPr>
        <p:spPr>
          <a:xfrm>
            <a:off x="9418320" y="8435340"/>
            <a:ext cx="7406640" cy="925830"/>
          </a:xfrm>
          <a:prstGeom prst="rect">
            <a:avLst/>
          </a:prstGeom>
          <a:noFill/>
        </p:spPr>
        <p:txBody>
          <a:bodyPr wrap="square">
            <a:spAutoFit/>
          </a:bodyPr>
          <a:lstStyle/>
          <a:p>
            <a:pPr rtl="1" algn="r"/>
            <a:r>
              <a:rPr sz="2400">
                <a:solidFill>
                  <a:srgbClr val="12183F"/>
                </a:solidFill>
              </a:rPr>
              <a:t>3. فحص العلل: «عنعنة مدلس» تنبيه آلي يتطلب تحققاً، ولا يغني عن نظر المحقق</a:t>
            </a:r>
          </a:p>
        </p:txBody>
      </p:sp>
      <p:pic>
        <p:nvPicPr>
          <p:cNvPr id="1158016644" name="Picture 1158016643" descr="narrator_habib.png"/>
          <p:cNvPicPr>
            <a:picLocks noChangeAspect="1"/>
          </p:cNvPicPr>
          <p:nvPr/>
        </p:nvPicPr>
        <p:blipFill>
          <a:blip r:embed="rId5"/>
          <a:stretch>
            <a:fillRect/>
          </a:stretch>
        </p:blipFill>
        <p:spPr>
          <a:xfrm>
            <a:off x="1463040" y="4114800"/>
            <a:ext cx="7406640" cy="4166235"/>
          </a:xfrm>
          <a:prstGeom prst="rect">
            <a:avLst/>
          </a:prstGeom>
          <a:ln w="19050">
            <a:solidFill>
              <a:srgbClr val="12183F"/>
            </a:solidFill>
          </a:ln>
        </p:spPr>
      </p:pic>
      <p:sp>
        <p:nvSpPr>
          <p:cNvPr id="1158016645" name="TextBox 1158016644"/>
          <p:cNvSpPr txBox="1"/>
          <p:nvPr/>
        </p:nvSpPr>
        <p:spPr>
          <a:xfrm>
            <a:off x="1463040" y="8435340"/>
            <a:ext cx="7406640" cy="925830"/>
          </a:xfrm>
          <a:prstGeom prst="rect">
            <a:avLst/>
          </a:prstGeom>
          <a:noFill/>
        </p:spPr>
        <p:txBody>
          <a:bodyPr wrap="square">
            <a:spAutoFit/>
          </a:bodyPr>
          <a:lstStyle/>
          <a:p>
            <a:pPr rtl="1" algn="r"/>
            <a:r>
              <a:rPr sz="2400">
                <a:solidFill>
                  <a:srgbClr val="12183F"/>
                </a:solidFill>
              </a:rPr>
              <a:t>4. درج الراوي: حالة الدليل «يتطلب تحققاً» لأن أقواله غير مصنَّفة، فيُحال المستخدم إلى النصوص</a:t>
            </a:r>
          </a:p>
        </p:txBody>
      </p:sp>
    </p:spTree>
  </p:cSld>
  <p:clrMapOvr>
    <a:masterClrMapping/>
  </p:clrMapOvr>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13</Slides>
  <Notes>13</Notes>
  <HiddenSlides>0</HiddenSlides>
  <MMClips>2</MMClips>
  <ScaleCrop>0</ScaleCrop>
  <HeadingPairs>
    <vt:vector size="4" baseType="variant">
      <vt:variant>
        <vt:lpstr>Theme</vt:lpstr>
      </vt:variant>
      <vt:variant>
        <vt:i4>1</vt:i4>
      </vt:variant>
      <vt:variant>
        <vt:lpstr>Slide Titles</vt:lpstr>
      </vt:variant>
      <vt:variant>
        <vt:i4>13</vt:i4>
      </vt:variant>
    </vt:vector>
  </HeadingPairs>
  <TitlesOfParts>
    <vt:vector size="1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coreProperties>
</file>