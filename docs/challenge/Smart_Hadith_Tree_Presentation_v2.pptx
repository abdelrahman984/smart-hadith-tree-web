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4.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1.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63" r:id="rId13"/>
    <p:sldId id="267" r:id="rId17"/>
    <p:sldId id="266" r:id="rId16"/>
    <p:sldId id="279" r:id="rId29"/>
    <p:sldId id="282" r:id="rId32"/>
    <p:sldId id="275" r:id="rId25"/>
    <p:sldId id="270" r:id="rId20"/>
    <p:sldId id="264" r:id="rId14"/>
    <p:sldId id="272" r:id="rId22"/>
    <p:sldId id="273" r:id="rId23"/>
    <p:sldId id="283" r:id="rId33"/>
    <p:sldId id="274" r:id="rId24"/>
    <p:sldId id="286" r:id="rId36"/>
  </p:sldIdLst>
  <p:sldSz cy="10287000" cx="18288000"/>
  <p:notesSz cx="6858000" cy="9144000"/>
  <p:embeddedFontLst>
    <p:embeddedFont>
      <p:font typeface="Urbanist"/>
      <p:regular r:id="rId37"/>
      <p:bold r:id="rId38"/>
      <p:italic r:id="rId39"/>
      <p:boldItalic r:id="rId40"/>
    </p:embeddedFont>
    <p:embeddedFont>
      <p:font typeface="Readex Pro Medium"/>
      <p:regular r:id="rId41"/>
      <p:bold r:id="rId42"/>
    </p:embeddedFont>
    <p:embeddedFont>
      <p:font typeface="Readex Pro SemiBold"/>
      <p:regular r:id="rId43"/>
      <p:bold r:id="rId44"/>
    </p:embeddedFont>
    <p:embeddedFont>
      <p:font typeface="Readex Pro"/>
      <p:regular r:id="rId45"/>
      <p:bold r:id="rId46"/>
    </p:embeddedFont>
    <p:embeddedFont>
      <p:font typeface="Readex Pro Light"/>
      <p:regular r:id="rId47"/>
      <p:bold r:id="rId4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49" roundtripDataSignature="AMtx7mh1GeQrG1kO//gaBT9ZQp796F1rh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8ED9858-D163-4338-9E88-1F424354888F}">
  <a:tblStyle styleId="{B8ED9858-D163-4338-9E88-1F424354888F}"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13" Type="http://schemas.openxmlformats.org/officeDocument/2006/relationships/slide" Target="slides/slide1.xml"/><Relationship Id="rId14" Type="http://schemas.openxmlformats.org/officeDocument/2006/relationships/slide" Target="slides/slide8.xml"/><Relationship Id="rId16" Type="http://schemas.openxmlformats.org/officeDocument/2006/relationships/slide" Target="slides/slide3.xml"/><Relationship Id="rId17" Type="http://schemas.openxmlformats.org/officeDocument/2006/relationships/slide" Target="slides/slide2.xml"/><Relationship Id="rId20" Type="http://schemas.openxmlformats.org/officeDocument/2006/relationships/slide" Target="slides/slide7.xml"/><Relationship Id="rId22" Type="http://schemas.openxmlformats.org/officeDocument/2006/relationships/slide" Target="slides/slide9.xml"/><Relationship Id="rId23" Type="http://schemas.openxmlformats.org/officeDocument/2006/relationships/slide" Target="slides/slide10.xml"/><Relationship Id="rId24" Type="http://schemas.openxmlformats.org/officeDocument/2006/relationships/slide" Target="slides/slide12.xml"/><Relationship Id="rId25" Type="http://schemas.openxmlformats.org/officeDocument/2006/relationships/slide" Target="slides/slide6.xml"/><Relationship Id="rId29" Type="http://schemas.openxmlformats.org/officeDocument/2006/relationships/slide" Target="slides/slide4.xml"/><Relationship Id="rId32" Type="http://schemas.openxmlformats.org/officeDocument/2006/relationships/slide" Target="slides/slide5.xml"/><Relationship Id="rId33" Type="http://schemas.openxmlformats.org/officeDocument/2006/relationships/slide" Target="slides/slide11.xml"/><Relationship Id="rId36" Type="http://schemas.openxmlformats.org/officeDocument/2006/relationships/slide" Target="slides/slide13.xml"/><Relationship Id="rId37" Type="http://schemas.openxmlformats.org/officeDocument/2006/relationships/font" Target="fonts/Urbanist-regular.fntdata"/><Relationship Id="rId38" Type="http://schemas.openxmlformats.org/officeDocument/2006/relationships/font" Target="fonts/Urbanist-bold.fntdata"/><Relationship Id="rId39" Type="http://schemas.openxmlformats.org/officeDocument/2006/relationships/font" Target="fonts/Urbanist-italic.fntdata"/><Relationship Id="rId40" Type="http://schemas.openxmlformats.org/officeDocument/2006/relationships/font" Target="fonts/Urbanist-boldItalic.fntdata"/><Relationship Id="rId41" Type="http://schemas.openxmlformats.org/officeDocument/2006/relationships/font" Target="fonts/ReadexProMedium-regular.fntdata"/><Relationship Id="rId42" Type="http://schemas.openxmlformats.org/officeDocument/2006/relationships/font" Target="fonts/ReadexProMedium-bold.fntdata"/><Relationship Id="rId43" Type="http://schemas.openxmlformats.org/officeDocument/2006/relationships/font" Target="fonts/ReadexProSemiBold-regular.fntdata"/><Relationship Id="rId44" Type="http://schemas.openxmlformats.org/officeDocument/2006/relationships/font" Target="fonts/ReadexProSemiBold-bold.fntdata"/><Relationship Id="rId45" Type="http://schemas.openxmlformats.org/officeDocument/2006/relationships/font" Target="fonts/ReadexPro-regular.fntdata"/><Relationship Id="rId46" Type="http://schemas.openxmlformats.org/officeDocument/2006/relationships/font" Target="fonts/ReadexPro-bold.fntdata"/><Relationship Id="rId47" Type="http://schemas.openxmlformats.org/officeDocument/2006/relationships/font" Target="fonts/ReadexProLight-regular.fntdata"/><Relationship Id="rId48" Type="http://schemas.openxmlformats.org/officeDocument/2006/relationships/font" Target="fonts/ReadexProLight-bold.fntdata"/><Relationship Id="rId49"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1" name="Google Shape;481;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افتتاح (10 ثوانٍ): اسم المشروع والمسار 04. الرسالة: نحوّل السند إلى رسم يُفحص، ونُظهر مصدر كل معلومة وحالة دليلها.</a:t>
            </a:r>
            <a:endParaRPr/>
          </a:p>
          <a:p>
            <a:pPr indent="0" lvl="0" marL="0" rtl="0" algn="l">
              <a:spcBef>
                <a:spcPts val="0"/>
              </a:spcBef>
              <a:spcAft>
                <a:spcPts val="0"/>
              </a:spcAft>
              <a:buNone/>
            </a:pPr>
            <a:r>
              <a:t/>
            </a:r>
            <a:endParaRPr sz="1200"/>
          </a:p>
        </p:txBody>
      </p:sp>
      <p:sp>
        <p:nvSpPr>
          <p:cNvPr id="482" name="Google Shape;482;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3" name="Shape 493"/>
        <p:cNvGrpSpPr/>
        <p:nvPr/>
      </p:nvGrpSpPr>
      <p:grpSpPr>
        <a:xfrm>
          <a:off x="0" y="0"/>
          <a:ext cx="0" cy="0"/>
          <a:chOff x="0" y="0"/>
          <a:chExt cx="0" cy="0"/>
        </a:xfrm>
      </p:grpSpPr>
      <p:sp>
        <p:nvSpPr>
          <p:cNvPr id="494" name="Google Shape;494;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5" name="Google Shape;495;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التقنيات: ذكّر أن الذكاء الاصطناعي يُستدعى عند طلب المستخدم فقط، وأن الأقوال الأصلية والشجرة وفحص العلل لا تعتمد عليه.</a:t>
            </a:r>
            <a:endParaRPr/>
          </a:p>
          <a:p>
            <a:pPr indent="0" lvl="0" marL="0" rtl="0" algn="l">
              <a:spcBef>
                <a:spcPts val="0"/>
              </a:spcBef>
              <a:spcAft>
                <a:spcPts val="0"/>
              </a:spcAft>
              <a:buNone/>
            </a:pPr>
            <a:r>
              <a:t/>
            </a:r>
            <a:endParaRPr sz="1200"/>
          </a:p>
        </p:txBody>
      </p:sp>
      <p:sp>
        <p:nvSpPr>
          <p:cNvPr id="496" name="Google Shape;496;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3" name="Google Shape;533;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الحل: أربع إمكانات. ابدأ بعد هذه الشريحة بالعرض الحي لا بالشرائح.</a:t>
            </a:r>
            <a:endParaRPr/>
          </a:p>
          <a:p>
            <a:pPr indent="0" lvl="0" marL="0" rtl="0" algn="l">
              <a:spcBef>
                <a:spcPts val="0"/>
              </a:spcBef>
              <a:spcAft>
                <a:spcPts val="0"/>
              </a:spcAft>
              <a:buNone/>
            </a:pPr>
            <a:r>
              <a:t/>
            </a:r>
            <a:endParaRPr sz="1200"/>
          </a:p>
        </p:txBody>
      </p:sp>
      <p:sp>
        <p:nvSpPr>
          <p:cNvPr id="534" name="Google Shape;534;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1" name="Shape 551"/>
        <p:cNvGrpSpPr/>
        <p:nvPr/>
      </p:nvGrpSpPr>
      <p:grpSpPr>
        <a:xfrm>
          <a:off x="0" y="0"/>
          <a:ext cx="0" cy="0"/>
          <a:chOff x="0" y="0"/>
          <a:chExt cx="0" cy="0"/>
        </a:xfrm>
      </p:grpSpPr>
      <p:sp>
        <p:nvSpPr>
          <p:cNvPr id="552" name="Google Shape;552;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3" name="Google Shape;553;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المشكلة (30 ثانية): من المستفيد؟ المعرِّف بالإسلام والباحث. حاجته: التحقق من اتصال السند وأقوال العلماء في الرواة. ثم معيار نجاح المسار 04.</a:t>
            </a:r>
            <a:endParaRPr/>
          </a:p>
          <a:p>
            <a:pPr indent="0" lvl="0" marL="0" rtl="0" algn="l">
              <a:spcBef>
                <a:spcPts val="0"/>
              </a:spcBef>
              <a:spcAft>
                <a:spcPts val="0"/>
              </a:spcAft>
              <a:buNone/>
            </a:pPr>
            <a:r>
              <a:t/>
            </a:r>
            <a:endParaRPr sz="1200"/>
          </a:p>
        </p:txBody>
      </p:sp>
      <p:sp>
        <p:nvSpPr>
          <p:cNvPr id="554" name="Google Shape;554;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8" name="Google Shape;598;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البيانات: تحقق من هذه الأرقام من الحالة النهائية للبيانات قبل العرض، وحدّثها إن تغيّرت بعد دمج بيانات الرجال.</a:t>
            </a:r>
            <a:endParaRPr/>
          </a:p>
          <a:p>
            <a:pPr indent="0" lvl="0" marL="0" rtl="0" algn="l">
              <a:spcBef>
                <a:spcPts val="0"/>
              </a:spcBef>
              <a:spcAft>
                <a:spcPts val="0"/>
              </a:spcAft>
              <a:buNone/>
            </a:pPr>
            <a:r>
              <a:t/>
            </a:r>
            <a:endParaRPr sz="1200"/>
          </a:p>
        </p:txBody>
      </p:sp>
      <p:sp>
        <p:nvSpPr>
          <p:cNvPr id="599" name="Google Shape;599;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4" name="Google Shape;634;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القياس: اعرض ما نُفِّذ فعلاً فقط. حدّث الجدول بنتائج جلسات اختبار المستخدمين ودقة قواعد العلل فور توفرها، وأزل كلمة «مخطَّط» عند إنجاز البند.</a:t>
            </a:r>
            <a:endParaRPr/>
          </a:p>
          <a:p>
            <a:pPr indent="0" lvl="0" marL="0" rtl="0" algn="l">
              <a:spcBef>
                <a:spcPts val="0"/>
              </a:spcBef>
              <a:spcAft>
                <a:spcPts val="0"/>
              </a:spcAft>
              <a:buNone/>
            </a:pPr>
            <a:r>
              <a:t/>
            </a:r>
            <a:endParaRPr sz="1200"/>
          </a:p>
        </p:txBody>
      </p:sp>
      <p:sp>
        <p:nvSpPr>
          <p:cNvPr id="635" name="Google Shape;635;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5" name="Shape 645"/>
        <p:cNvGrpSpPr/>
        <p:nvPr/>
      </p:nvGrpSpPr>
      <p:grpSpPr>
        <a:xfrm>
          <a:off x="0" y="0"/>
          <a:ext cx="0" cy="0"/>
          <a:chOff x="0" y="0"/>
          <a:chExt cx="0" cy="0"/>
        </a:xfrm>
      </p:grpSpPr>
      <p:sp>
        <p:nvSpPr>
          <p:cNvPr id="646" name="Google Shape;646;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7" name="Google Shape;647;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خطة الاستمرار: الأولويات بعد التسليم. أضف تكلفة التشغيل والاستضافة إن كانت معروفة.</a:t>
            </a:r>
            <a:endParaRPr/>
          </a:p>
          <a:p>
            <a:pPr indent="0" lvl="0" marL="0" rtl="0" algn="l">
              <a:spcBef>
                <a:spcPts val="0"/>
              </a:spcBef>
              <a:spcAft>
                <a:spcPts val="0"/>
              </a:spcAft>
              <a:buNone/>
            </a:pPr>
            <a:r>
              <a:t/>
            </a:r>
            <a:endParaRPr sz="1200"/>
          </a:p>
        </p:txBody>
      </p:sp>
      <p:sp>
        <p:nvSpPr>
          <p:cNvPr id="648" name="Google Shape;648;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1" name="Shape 681"/>
        <p:cNvGrpSpPr/>
        <p:nvPr/>
      </p:nvGrpSpPr>
      <p:grpSpPr>
        <a:xfrm>
          <a:off x="0" y="0"/>
          <a:ext cx="0" cy="0"/>
          <a:chOff x="0" y="0"/>
          <a:chExt cx="0" cy="0"/>
        </a:xfrm>
      </p:grpSpPr>
      <p:sp>
        <p:nvSpPr>
          <p:cNvPr id="682" name="Google Shape;682;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83" name="Google Shape;683;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الفريق: فريق فردي (رقم الفريق 774)، وأنا أغطي الذكاء الاصطناعي والواجهات والخادم والبيانات والاختبار. المراجعة الشرعية للمصطلحات والحالات غير منجزة بعد، وهي مخطَّطة بعد التسليم (الشريحة 10). لا تدّعِ وجود متخصص شرعي في الفريق.</a:t>
            </a:r>
          </a:p>
        </p:txBody>
      </p:sp>
      <p:sp>
        <p:nvSpPr>
          <p:cNvPr id="684" name="Google Shape;684;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4" name="Shape 704"/>
        <p:cNvGrpSpPr/>
        <p:nvPr/>
      </p:nvGrpSpPr>
      <p:grpSpPr>
        <a:xfrm>
          <a:off x="0" y="0"/>
          <a:ext cx="0" cy="0"/>
          <a:chOff x="0" y="0"/>
          <a:chExt cx="0" cy="0"/>
        </a:xfrm>
      </p:grpSpPr>
      <p:sp>
        <p:nvSpPr>
          <p:cNvPr id="705" name="Google Shape;705;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06" name="Google Shape;706;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السلامة العلمية: اذكر الحدود بنفسك قبل أن تُسأل. لا فتوى ولا حكم نهائي، وامتناع عند غياب المرجع، واقتباس يُتحقق منه، وتنبيه ظاهر. هذا يقلل الاختلاق ولا يدّعي إلغاءه.</a:t>
            </a:r>
            <a:endParaRPr/>
          </a:p>
          <a:p>
            <a:pPr indent="0" lvl="0" marL="0" rtl="0" algn="l">
              <a:spcBef>
                <a:spcPts val="0"/>
              </a:spcBef>
              <a:spcAft>
                <a:spcPts val="0"/>
              </a:spcAft>
              <a:buNone/>
            </a:pPr>
            <a:r>
              <a:t/>
            </a:r>
            <a:endParaRPr sz="1200"/>
          </a:p>
        </p:txBody>
      </p:sp>
      <p:sp>
        <p:nvSpPr>
          <p:cNvPr id="707" name="Google Shape;707;p2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2" name="Shape 812"/>
        <p:cNvGrpSpPr/>
        <p:nvPr/>
      </p:nvGrpSpPr>
      <p:grpSpPr>
        <a:xfrm>
          <a:off x="0" y="0"/>
          <a:ext cx="0" cy="0"/>
          <a:chOff x="0" y="0"/>
          <a:chExt cx="0" cy="0"/>
        </a:xfrm>
      </p:grpSpPr>
      <p:sp>
        <p:nvSpPr>
          <p:cNvPr id="813" name="Google Shape;813;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4" name="Google Shape;814;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آلية العمل: من طرف الحديث إلى حالة الدليل. الأثر يُقاس باختبار مستخدمين (مخطَّط) فلا تدّعِ نتائج قبل إجرائه.</a:t>
            </a:r>
            <a:endParaRPr/>
          </a:p>
          <a:p>
            <a:pPr indent="0" lvl="0" marL="0" rtl="0" algn="l">
              <a:spcBef>
                <a:spcPts val="0"/>
              </a:spcBef>
              <a:spcAft>
                <a:spcPts val="0"/>
              </a:spcAft>
              <a:buNone/>
            </a:pPr>
            <a:r>
              <a:t/>
            </a:r>
            <a:endParaRPr sz="1200"/>
          </a:p>
        </p:txBody>
      </p:sp>
      <p:sp>
        <p:nvSpPr>
          <p:cNvPr id="815" name="Google Shape;815;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55" name="Google Shape;855;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ما يميّز الأداة: الذكاء الاصطناعي المنضبط، والقاموس، والأقوال المنسوبة مع الخلاف، وحالة الدليل.</a:t>
            </a:r>
            <a:endParaRPr/>
          </a:p>
          <a:p>
            <a:pPr indent="0" lvl="0" marL="0" rtl="0" algn="l">
              <a:spcBef>
                <a:spcPts val="0"/>
              </a:spcBef>
              <a:spcAft>
                <a:spcPts val="0"/>
              </a:spcAft>
              <a:buNone/>
            </a:pPr>
            <a:r>
              <a:t/>
            </a:r>
            <a:endParaRPr sz="1200"/>
          </a:p>
        </p:txBody>
      </p:sp>
      <p:sp>
        <p:nvSpPr>
          <p:cNvPr id="856" name="Google Shape;856;p2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6" name="Shape 876"/>
        <p:cNvGrpSpPr/>
        <p:nvPr/>
      </p:nvGrpSpPr>
      <p:grpSpPr>
        <a:xfrm>
          <a:off x="0" y="0"/>
          <a:ext cx="0" cy="0"/>
          <a:chOff x="0" y="0"/>
          <a:chExt cx="0" cy="0"/>
        </a:xfrm>
      </p:grpSpPr>
      <p:sp>
        <p:nvSpPr>
          <p:cNvPr id="877" name="Google Shape;877;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78" name="Google Shape;878;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القيمة المضافة: نكمّل الشاملة والدرر السنية ولا نستبدلهما، ونحيل إليهما للحكم المعتمد.</a:t>
            </a:r>
            <a:endParaRPr/>
          </a:p>
          <a:p>
            <a:pPr indent="0" lvl="0" marL="0" rtl="0" algn="l">
              <a:spcBef>
                <a:spcPts val="0"/>
              </a:spcBef>
              <a:spcAft>
                <a:spcPts val="0"/>
              </a:spcAft>
              <a:buNone/>
            </a:pPr>
            <a:r>
              <a:t/>
            </a:r>
            <a:endParaRPr sz="1200"/>
          </a:p>
        </p:txBody>
      </p:sp>
      <p:sp>
        <p:nvSpPr>
          <p:cNvPr id="879" name="Google Shape;879;p2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9" name="Shape 909"/>
        <p:cNvGrpSpPr/>
        <p:nvPr/>
      </p:nvGrpSpPr>
      <p:grpSpPr>
        <a:xfrm>
          <a:off x="0" y="0"/>
          <a:ext cx="0" cy="0"/>
          <a:chOff x="0" y="0"/>
          <a:chExt cx="0" cy="0"/>
        </a:xfrm>
      </p:grpSpPr>
      <p:sp>
        <p:nvSpPr>
          <p:cNvPr id="910" name="Google Shape;910;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1" name="Google Shape;911;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الختام: الرابط الحي والمستودع العام. تأكد قبل العرض أن الرابط الحي يفتح وأن المستودع عام.</a:t>
            </a:r>
          </a:p>
        </p:txBody>
      </p:sp>
      <p:sp>
        <p:nvSpPr>
          <p:cNvPr id="912" name="Google Shape;912;p3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0.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غلاف المشروع">
  <p:cSld name="غلاف المشروع">
    <p:bg>
      <p:bgPr>
        <a:solidFill>
          <a:srgbClr val="12183F"/>
        </a:solidFill>
      </p:bgPr>
    </p:bg>
    <p:spTree>
      <p:nvGrpSpPr>
        <p:cNvPr id="11" name="Shape 11"/>
        <p:cNvGrpSpPr/>
        <p:nvPr/>
      </p:nvGrpSpPr>
      <p:grpSpPr>
        <a:xfrm>
          <a:off x="0" y="0"/>
          <a:ext cx="0" cy="0"/>
          <a:chOff x="0" y="0"/>
          <a:chExt cx="0" cy="0"/>
        </a:xfrm>
      </p:grpSpPr>
      <p:pic>
        <p:nvPicPr>
          <p:cNvPr id="12" name="Google Shape;12;p3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 name="Google Shape;13;p34"/>
          <p:cNvPicPr preferRelativeResize="0"/>
          <p:nvPr/>
        </p:nvPicPr>
        <p:blipFill rotWithShape="1">
          <a:blip r:embed="rId3">
            <a:alphaModFix/>
          </a:blip>
          <a:srcRect b="0" l="0" r="0" t="0"/>
          <a:stretch/>
        </p:blipFill>
        <p:spPr>
          <a:xfrm>
            <a:off x="1066800" y="876872"/>
            <a:ext cx="6572250" cy="1684781"/>
          </a:xfrm>
          <a:prstGeom prst="rect">
            <a:avLst/>
          </a:prstGeom>
          <a:noFill/>
          <a:ln>
            <a:noFill/>
          </a:ln>
        </p:spPr>
      </p:pic>
      <p:pic>
        <p:nvPicPr>
          <p:cNvPr id="14" name="Google Shape;14;p34"/>
          <p:cNvPicPr preferRelativeResize="0"/>
          <p:nvPr/>
        </p:nvPicPr>
        <p:blipFill rotWithShape="1">
          <a:blip r:embed="rId4">
            <a:alphaModFix/>
          </a:blip>
          <a:srcRect b="0" l="0" r="0" t="0"/>
          <a:stretch/>
        </p:blipFill>
        <p:spPr>
          <a:xfrm>
            <a:off x="14954250" y="840995"/>
            <a:ext cx="2190750" cy="1385061"/>
          </a:xfrm>
          <a:prstGeom prst="rect">
            <a:avLst/>
          </a:prstGeom>
          <a:noFill/>
          <a:ln>
            <a:noFill/>
          </a:ln>
        </p:spPr>
      </p:pic>
      <p:pic>
        <p:nvPicPr>
          <p:cNvPr id="15" name="Google Shape;15;p34"/>
          <p:cNvPicPr preferRelativeResize="0"/>
          <p:nvPr/>
        </p:nvPicPr>
        <p:blipFill rotWithShape="1">
          <a:blip r:embed="rId5">
            <a:alphaModFix/>
          </a:blip>
          <a:srcRect b="0" l="0" r="0" t="0"/>
          <a:stretch/>
        </p:blipFill>
        <p:spPr>
          <a:xfrm>
            <a:off x="1078258" y="3190875"/>
            <a:ext cx="6701734" cy="6191250"/>
          </a:xfrm>
          <a:prstGeom prst="rect">
            <a:avLst/>
          </a:prstGeom>
          <a:noFill/>
          <a:ln>
            <a:noFill/>
          </a:ln>
        </p:spPr>
      </p:pic>
      <p:sp>
        <p:nvSpPr>
          <p:cNvPr id="16" name="Google Shape;16;p34"/>
          <p:cNvSpPr txBox="1"/>
          <p:nvPr>
            <p:ph type="title"/>
          </p:nvPr>
        </p:nvSpPr>
        <p:spPr>
          <a:xfrm>
            <a:off x="8096250" y="3524250"/>
            <a:ext cx="9048750" cy="1333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 name="Google Shape;17;p34"/>
          <p:cNvSpPr txBox="1"/>
          <p:nvPr>
            <p:ph idx="1" type="body"/>
          </p:nvPr>
        </p:nvSpPr>
        <p:spPr>
          <a:xfrm>
            <a:off x="8096250" y="5334000"/>
            <a:ext cx="9048750" cy="1619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 name="Google Shape;18;p34"/>
          <p:cNvSpPr txBox="1"/>
          <p:nvPr>
            <p:ph idx="2" type="body"/>
          </p:nvPr>
        </p:nvSpPr>
        <p:spPr>
          <a:xfrm>
            <a:off x="8953500" y="7762875"/>
            <a:ext cx="81915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 name="Google Shape;19;p34"/>
          <p:cNvSpPr txBox="1"/>
          <p:nvPr>
            <p:ph idx="3" type="body"/>
          </p:nvPr>
        </p:nvSpPr>
        <p:spPr>
          <a:xfrm>
            <a:off x="1066800" y="9391650"/>
            <a:ext cx="5429250" cy="4953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حتويات العرض">
  <p:cSld name="محتويات العرض">
    <p:bg>
      <p:bgPr>
        <a:solidFill>
          <a:srgbClr val="12183F"/>
        </a:solidFill>
      </p:bgPr>
    </p:bg>
    <p:spTree>
      <p:nvGrpSpPr>
        <p:cNvPr id="20" name="Shape 20"/>
        <p:cNvGrpSpPr/>
        <p:nvPr/>
      </p:nvGrpSpPr>
      <p:grpSpPr>
        <a:xfrm>
          <a:off x="0" y="0"/>
          <a:ext cx="0" cy="0"/>
          <a:chOff x="0" y="0"/>
          <a:chExt cx="0" cy="0"/>
        </a:xfrm>
      </p:grpSpPr>
      <p:pic>
        <p:nvPicPr>
          <p:cNvPr id="21" name="Google Shape;21;p3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 name="Google Shape;22;p3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 name="Google Shape;23;p3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 name="Google Shape;24;p3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 name="Google Shape;25;p3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 name="Google Shape;26;p3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 name="Google Shape;27;p35"/>
          <p:cNvSpPr txBox="1"/>
          <p:nvPr>
            <p:ph idx="2" type="body"/>
          </p:nvPr>
        </p:nvSpPr>
        <p:spPr>
          <a:xfrm>
            <a:off x="12382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 name="Google Shape;28;p35"/>
          <p:cNvSpPr txBox="1"/>
          <p:nvPr>
            <p:ph idx="3" type="body"/>
          </p:nvPr>
        </p:nvSpPr>
        <p:spPr>
          <a:xfrm>
            <a:off x="12382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 name="Google Shape;29;p35"/>
          <p:cNvSpPr txBox="1"/>
          <p:nvPr>
            <p:ph idx="4" type="body"/>
          </p:nvPr>
        </p:nvSpPr>
        <p:spPr>
          <a:xfrm>
            <a:off x="12382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0" name="Google Shape;30;p35"/>
          <p:cNvSpPr txBox="1"/>
          <p:nvPr>
            <p:ph idx="5" type="body"/>
          </p:nvPr>
        </p:nvSpPr>
        <p:spPr>
          <a:xfrm>
            <a:off x="7048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 name="Google Shape;31;p35"/>
          <p:cNvSpPr txBox="1"/>
          <p:nvPr>
            <p:ph idx="6" type="body"/>
          </p:nvPr>
        </p:nvSpPr>
        <p:spPr>
          <a:xfrm>
            <a:off x="7048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2" name="Google Shape;32;p35"/>
          <p:cNvSpPr txBox="1"/>
          <p:nvPr>
            <p:ph idx="7" type="body"/>
          </p:nvPr>
        </p:nvSpPr>
        <p:spPr>
          <a:xfrm>
            <a:off x="7048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3" name="Google Shape;33;p35"/>
          <p:cNvSpPr txBox="1"/>
          <p:nvPr>
            <p:ph idx="8" type="body"/>
          </p:nvPr>
        </p:nvSpPr>
        <p:spPr>
          <a:xfrm>
            <a:off x="1714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4" name="Google Shape;34;p35"/>
          <p:cNvSpPr txBox="1"/>
          <p:nvPr>
            <p:ph idx="9" type="body"/>
          </p:nvPr>
        </p:nvSpPr>
        <p:spPr>
          <a:xfrm>
            <a:off x="1714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5" name="Google Shape;35;p35"/>
          <p:cNvSpPr txBox="1"/>
          <p:nvPr>
            <p:ph idx="13" type="body"/>
          </p:nvPr>
        </p:nvSpPr>
        <p:spPr>
          <a:xfrm>
            <a:off x="1714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6" name="Google Shape;36;p35"/>
          <p:cNvSpPr txBox="1"/>
          <p:nvPr>
            <p:ph idx="14" type="body"/>
          </p:nvPr>
        </p:nvSpPr>
        <p:spPr>
          <a:xfrm>
            <a:off x="12382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7" name="Google Shape;37;p35"/>
          <p:cNvSpPr txBox="1"/>
          <p:nvPr>
            <p:ph idx="15" type="body"/>
          </p:nvPr>
        </p:nvSpPr>
        <p:spPr>
          <a:xfrm>
            <a:off x="12382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8" name="Google Shape;38;p35"/>
          <p:cNvSpPr txBox="1"/>
          <p:nvPr>
            <p:ph idx="16" type="body"/>
          </p:nvPr>
        </p:nvSpPr>
        <p:spPr>
          <a:xfrm>
            <a:off x="12382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9" name="Google Shape;39;p35"/>
          <p:cNvSpPr txBox="1"/>
          <p:nvPr>
            <p:ph idx="17" type="body"/>
          </p:nvPr>
        </p:nvSpPr>
        <p:spPr>
          <a:xfrm>
            <a:off x="7048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0" name="Google Shape;40;p35"/>
          <p:cNvSpPr txBox="1"/>
          <p:nvPr>
            <p:ph idx="18" type="body"/>
          </p:nvPr>
        </p:nvSpPr>
        <p:spPr>
          <a:xfrm>
            <a:off x="7048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1" name="Google Shape;41;p35"/>
          <p:cNvSpPr txBox="1"/>
          <p:nvPr>
            <p:ph idx="19" type="body"/>
          </p:nvPr>
        </p:nvSpPr>
        <p:spPr>
          <a:xfrm>
            <a:off x="7048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2" name="Google Shape;42;p35"/>
          <p:cNvSpPr txBox="1"/>
          <p:nvPr>
            <p:ph idx="20" type="body"/>
          </p:nvPr>
        </p:nvSpPr>
        <p:spPr>
          <a:xfrm>
            <a:off x="1714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3" name="Google Shape;43;p35"/>
          <p:cNvSpPr txBox="1"/>
          <p:nvPr>
            <p:ph idx="21" type="body"/>
          </p:nvPr>
        </p:nvSpPr>
        <p:spPr>
          <a:xfrm>
            <a:off x="1714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4" name="Google Shape;44;p35"/>
          <p:cNvSpPr txBox="1"/>
          <p:nvPr>
            <p:ph idx="22" type="body"/>
          </p:nvPr>
        </p:nvSpPr>
        <p:spPr>
          <a:xfrm>
            <a:off x="1714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صل قسم">
  <p:cSld name="فاصل قسم">
    <p:bg>
      <p:bgPr>
        <a:solidFill>
          <a:srgbClr val="12183F"/>
        </a:solidFill>
      </p:bgPr>
    </p:bg>
    <p:spTree>
      <p:nvGrpSpPr>
        <p:cNvPr id="45" name="Shape 45"/>
        <p:cNvGrpSpPr/>
        <p:nvPr/>
      </p:nvGrpSpPr>
      <p:grpSpPr>
        <a:xfrm>
          <a:off x="0" y="0"/>
          <a:ext cx="0" cy="0"/>
          <a:chOff x="0" y="0"/>
          <a:chExt cx="0" cy="0"/>
        </a:xfrm>
      </p:grpSpPr>
      <p:pic>
        <p:nvPicPr>
          <p:cNvPr id="46" name="Google Shape;46;p3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47" name="Google Shape;47;p36"/>
          <p:cNvPicPr preferRelativeResize="0"/>
          <p:nvPr/>
        </p:nvPicPr>
        <p:blipFill rotWithShape="1">
          <a:blip r:embed="rId3">
            <a:alphaModFix/>
          </a:blip>
          <a:srcRect b="0" l="0" r="0" t="0"/>
          <a:stretch/>
        </p:blipFill>
        <p:spPr>
          <a:xfrm>
            <a:off x="1066800" y="687391"/>
            <a:ext cx="4000500" cy="1025519"/>
          </a:xfrm>
          <a:prstGeom prst="rect">
            <a:avLst/>
          </a:prstGeom>
          <a:noFill/>
          <a:ln>
            <a:noFill/>
          </a:ln>
        </p:spPr>
      </p:pic>
      <p:sp>
        <p:nvSpPr>
          <p:cNvPr id="48" name="Google Shape;48;p36"/>
          <p:cNvSpPr txBox="1"/>
          <p:nvPr>
            <p:ph idx="1" type="body"/>
          </p:nvPr>
        </p:nvSpPr>
        <p:spPr>
          <a:xfrm>
            <a:off x="13430250" y="3143250"/>
            <a:ext cx="3619500" cy="1238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9" name="Google Shape;49;p36"/>
          <p:cNvSpPr txBox="1"/>
          <p:nvPr>
            <p:ph type="title"/>
          </p:nvPr>
        </p:nvSpPr>
        <p:spPr>
          <a:xfrm>
            <a:off x="4953000" y="4810125"/>
            <a:ext cx="12096750" cy="12382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0" name="Google Shape;50;p36"/>
          <p:cNvSpPr txBox="1"/>
          <p:nvPr>
            <p:ph idx="2" type="body"/>
          </p:nvPr>
        </p:nvSpPr>
        <p:spPr>
          <a:xfrm>
            <a:off x="6667500" y="6572250"/>
            <a:ext cx="10382250" cy="1047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p:cSld name="أربع نقاط">
    <p:bg>
      <p:bgPr>
        <a:solidFill>
          <a:srgbClr val="12183F"/>
        </a:solidFill>
      </p:bgPr>
    </p:bg>
    <p:spTree>
      <p:nvGrpSpPr>
        <p:cNvPr id="51" name="Shape 51"/>
        <p:cNvGrpSpPr/>
        <p:nvPr/>
      </p:nvGrpSpPr>
      <p:grpSpPr>
        <a:xfrm>
          <a:off x="0" y="0"/>
          <a:ext cx="0" cy="0"/>
          <a:chOff x="0" y="0"/>
          <a:chExt cx="0" cy="0"/>
        </a:xfrm>
      </p:grpSpPr>
      <p:pic>
        <p:nvPicPr>
          <p:cNvPr id="52" name="Google Shape;52;p3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53" name="Google Shape;53;p37"/>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54" name="Google Shape;54;p3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5" name="Google Shape;55;p3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6" name="Google Shape;56;p3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7" name="Google Shape;57;p3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58" name="Google Shape;58;p3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59" name="Google Shape;59;p37"/>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0" name="Google Shape;60;p37"/>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1" name="Google Shape;61;p37"/>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2" name="Google Shape;62;p37"/>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3" name="Google Shape;63;p37"/>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4" name="Google Shape;64;p37"/>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5" name="Google Shape;65;p37"/>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6" name="Google Shape;66;p37"/>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رئيسي">
  <p:cSld name="نص رئيسي">
    <p:bg>
      <p:bgPr>
        <a:solidFill>
          <a:srgbClr val="12183F"/>
        </a:solidFill>
      </p:bgPr>
    </p:bg>
    <p:spTree>
      <p:nvGrpSpPr>
        <p:cNvPr id="67" name="Shape 67"/>
        <p:cNvGrpSpPr/>
        <p:nvPr/>
      </p:nvGrpSpPr>
      <p:grpSpPr>
        <a:xfrm>
          <a:off x="0" y="0"/>
          <a:ext cx="0" cy="0"/>
          <a:chOff x="0" y="0"/>
          <a:chExt cx="0" cy="0"/>
        </a:xfrm>
      </p:grpSpPr>
      <p:pic>
        <p:nvPicPr>
          <p:cNvPr id="68" name="Google Shape;68;p3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69" name="Google Shape;69;p3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70" name="Google Shape;70;p3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1" name="Google Shape;71;p3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2" name="Google Shape;72;p3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73" name="Google Shape;73;p3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74" name="Google Shape;74;p38"/>
          <p:cNvSpPr txBox="1"/>
          <p:nvPr>
            <p:ph idx="2" type="body"/>
          </p:nvPr>
        </p:nvSpPr>
        <p:spPr>
          <a:xfrm>
            <a:off x="6191250" y="4000500"/>
            <a:ext cx="10953750" cy="2667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5" name="Google Shape;75;p38"/>
          <p:cNvSpPr txBox="1"/>
          <p:nvPr>
            <p:ph idx="3" type="body"/>
          </p:nvPr>
        </p:nvSpPr>
        <p:spPr>
          <a:xfrm>
            <a:off x="6191250" y="7239000"/>
            <a:ext cx="1095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6" name="Google Shape;76;p38"/>
          <p:cNvSpPr txBox="1"/>
          <p:nvPr>
            <p:ph idx="4" type="body"/>
          </p:nvPr>
        </p:nvSpPr>
        <p:spPr>
          <a:xfrm>
            <a:off x="6191250" y="8001000"/>
            <a:ext cx="1095375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عريضة">
  <p:cSld name="نص وصورة عريضة">
    <p:bg>
      <p:bgPr>
        <a:solidFill>
          <a:srgbClr val="12183F"/>
        </a:solidFill>
      </p:bgPr>
    </p:bg>
    <p:spTree>
      <p:nvGrpSpPr>
        <p:cNvPr id="77" name="Shape 77"/>
        <p:cNvGrpSpPr/>
        <p:nvPr/>
      </p:nvGrpSpPr>
      <p:grpSpPr>
        <a:xfrm>
          <a:off x="0" y="0"/>
          <a:ext cx="0" cy="0"/>
          <a:chOff x="0" y="0"/>
          <a:chExt cx="0" cy="0"/>
        </a:xfrm>
      </p:grpSpPr>
      <p:pic>
        <p:nvPicPr>
          <p:cNvPr id="78" name="Google Shape;78;p3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79" name="Google Shape;79;p3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80" name="Google Shape;80;p3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1" name="Google Shape;81;p3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2" name="Google Shape;82;p3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83" name="Google Shape;83;p3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84" name="Google Shape;84;p39"/>
          <p:cNvSpPr/>
          <p:nvPr>
            <p:ph idx="2" type="pic"/>
          </p:nvPr>
        </p:nvSpPr>
        <p:spPr>
          <a:xfrm>
            <a:off x="1428750" y="4048125"/>
            <a:ext cx="8382000" cy="4714875"/>
          </a:xfrm>
          <a:prstGeom prst="rect">
            <a:avLst/>
          </a:prstGeom>
          <a:solidFill>
            <a:srgbClr val="161D48"/>
          </a:solidFill>
          <a:ln cap="flat" cmpd="sng" w="11425">
            <a:solidFill>
              <a:srgbClr val="4A5590"/>
            </a:solidFill>
            <a:prstDash val="solid"/>
            <a:round/>
            <a:headEnd len="sm" w="sm" type="none"/>
            <a:tailEnd len="sm" w="sm" type="none"/>
          </a:ln>
        </p:spPr>
      </p:sp>
      <p:sp>
        <p:nvSpPr>
          <p:cNvPr id="85" name="Google Shape;85;p39"/>
          <p:cNvSpPr txBox="1"/>
          <p:nvPr>
            <p:ph idx="3" type="body"/>
          </p:nvPr>
        </p:nvSpPr>
        <p:spPr>
          <a:xfrm>
            <a:off x="10763250" y="409575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6" name="Google Shape;86;p39"/>
          <p:cNvSpPr txBox="1"/>
          <p:nvPr>
            <p:ph idx="4" type="body"/>
          </p:nvPr>
        </p:nvSpPr>
        <p:spPr>
          <a:xfrm>
            <a:off x="10763250" y="480060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7" name="Google Shape;87;p39"/>
          <p:cNvSpPr txBox="1"/>
          <p:nvPr>
            <p:ph idx="5" type="body"/>
          </p:nvPr>
        </p:nvSpPr>
        <p:spPr>
          <a:xfrm>
            <a:off x="10763250" y="666750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8" name="Google Shape;88;p39"/>
          <p:cNvSpPr txBox="1"/>
          <p:nvPr>
            <p:ph idx="6" type="body"/>
          </p:nvPr>
        </p:nvSpPr>
        <p:spPr>
          <a:xfrm>
            <a:off x="10763250" y="737235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مربعة">
  <p:cSld name="نص وصورة مربعة">
    <p:bg>
      <p:bgPr>
        <a:solidFill>
          <a:srgbClr val="12183F"/>
        </a:solidFill>
      </p:bgPr>
    </p:bg>
    <p:spTree>
      <p:nvGrpSpPr>
        <p:cNvPr id="89" name="Shape 89"/>
        <p:cNvGrpSpPr/>
        <p:nvPr/>
      </p:nvGrpSpPr>
      <p:grpSpPr>
        <a:xfrm>
          <a:off x="0" y="0"/>
          <a:ext cx="0" cy="0"/>
          <a:chOff x="0" y="0"/>
          <a:chExt cx="0" cy="0"/>
        </a:xfrm>
      </p:grpSpPr>
      <p:pic>
        <p:nvPicPr>
          <p:cNvPr id="90" name="Google Shape;90;p4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91" name="Google Shape;91;p4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92" name="Google Shape;92;p4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3" name="Google Shape;93;p4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4" name="Google Shape;94;p4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95" name="Google Shape;95;p4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96" name="Google Shape;96;p40"/>
          <p:cNvSpPr/>
          <p:nvPr>
            <p:ph idx="2" type="pic"/>
          </p:nvPr>
        </p:nvSpPr>
        <p:spPr>
          <a:xfrm>
            <a:off x="2190750" y="3476625"/>
            <a:ext cx="5715000" cy="5715000"/>
          </a:xfrm>
          <a:prstGeom prst="rect">
            <a:avLst/>
          </a:prstGeom>
          <a:solidFill>
            <a:srgbClr val="161D48"/>
          </a:solidFill>
          <a:ln cap="flat" cmpd="sng" w="11425">
            <a:solidFill>
              <a:srgbClr val="4A5590"/>
            </a:solidFill>
            <a:prstDash val="solid"/>
            <a:round/>
            <a:headEnd len="sm" w="sm" type="none"/>
            <a:tailEnd len="sm" w="sm" type="none"/>
          </a:ln>
        </p:spPr>
      </p:sp>
      <p:sp>
        <p:nvSpPr>
          <p:cNvPr id="97" name="Google Shape;97;p40"/>
          <p:cNvSpPr txBox="1"/>
          <p:nvPr>
            <p:ph idx="3" type="body"/>
          </p:nvPr>
        </p:nvSpPr>
        <p:spPr>
          <a:xfrm>
            <a:off x="10001250" y="3905250"/>
            <a:ext cx="7143750" cy="800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8" name="Google Shape;98;p40"/>
          <p:cNvSpPr txBox="1"/>
          <p:nvPr>
            <p:ph idx="4" type="body"/>
          </p:nvPr>
        </p:nvSpPr>
        <p:spPr>
          <a:xfrm>
            <a:off x="10001250" y="5191125"/>
            <a:ext cx="7143750" cy="2428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9" name="Google Shape;99;p40"/>
          <p:cNvSpPr txBox="1"/>
          <p:nvPr>
            <p:ph idx="5" type="body"/>
          </p:nvPr>
        </p:nvSpPr>
        <p:spPr>
          <a:xfrm>
            <a:off x="10001250" y="8048625"/>
            <a:ext cx="71437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ؤشرات">
  <p:cSld name="مؤشرات">
    <p:bg>
      <p:bgPr>
        <a:solidFill>
          <a:srgbClr val="12183F"/>
        </a:solidFill>
      </p:bgPr>
    </p:bg>
    <p:spTree>
      <p:nvGrpSpPr>
        <p:cNvPr id="100" name="Shape 100"/>
        <p:cNvGrpSpPr/>
        <p:nvPr/>
      </p:nvGrpSpPr>
      <p:grpSpPr>
        <a:xfrm>
          <a:off x="0" y="0"/>
          <a:ext cx="0" cy="0"/>
          <a:chOff x="0" y="0"/>
          <a:chExt cx="0" cy="0"/>
        </a:xfrm>
      </p:grpSpPr>
      <p:pic>
        <p:nvPicPr>
          <p:cNvPr id="101" name="Google Shape;101;p41"/>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02" name="Google Shape;102;p41"/>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03" name="Google Shape;103;p41"/>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4" name="Google Shape;104;p41"/>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5" name="Google Shape;105;p41"/>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6" name="Google Shape;106;p4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07" name="Google Shape;107;p4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08" name="Google Shape;108;p41"/>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9" name="Google Shape;109;p41"/>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0" name="Google Shape;110;p41"/>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1" name="Google Shape;111;p41"/>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2" name="Google Shape;112;p41"/>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3" name="Google Shape;113;p41"/>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4" name="Google Shape;114;p41"/>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5" name="Google Shape;115;p41"/>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6" name="Google Shape;116;p41"/>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7" name="Google Shape;117;p41"/>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8" name="Google Shape;118;p41"/>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9" name="Google Shape;119;p41"/>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0" name="Google Shape;120;p41"/>
          <p:cNvSpPr txBox="1"/>
          <p:nvPr>
            <p:ph idx="18" type="body"/>
          </p:nvPr>
        </p:nvSpPr>
        <p:spPr>
          <a:xfrm>
            <a:off x="1714500" y="8763000"/>
            <a:ext cx="15430500" cy="476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رسالة رئيسية">
  <p:cSld name="رسالة رئيسية">
    <p:bg>
      <p:bgPr>
        <a:solidFill>
          <a:srgbClr val="F2F4FF"/>
        </a:solidFill>
      </p:bgPr>
    </p:bg>
    <p:spTree>
      <p:nvGrpSpPr>
        <p:cNvPr id="121" name="Shape 121"/>
        <p:cNvGrpSpPr/>
        <p:nvPr/>
      </p:nvGrpSpPr>
      <p:grpSpPr>
        <a:xfrm>
          <a:off x="0" y="0"/>
          <a:ext cx="0" cy="0"/>
          <a:chOff x="0" y="0"/>
          <a:chExt cx="0" cy="0"/>
        </a:xfrm>
      </p:grpSpPr>
      <p:pic>
        <p:nvPicPr>
          <p:cNvPr id="122" name="Google Shape;122;p4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23" name="Google Shape;123;p42"/>
          <p:cNvPicPr preferRelativeResize="0"/>
          <p:nvPr/>
        </p:nvPicPr>
        <p:blipFill rotWithShape="1">
          <a:blip r:embed="rId3">
            <a:alphaModFix/>
          </a:blip>
          <a:srcRect b="0" l="0" r="0" t="0"/>
          <a:stretch/>
        </p:blipFill>
        <p:spPr>
          <a:xfrm>
            <a:off x="1069873" y="685800"/>
            <a:ext cx="3994355" cy="1238250"/>
          </a:xfrm>
          <a:prstGeom prst="rect">
            <a:avLst/>
          </a:prstGeom>
          <a:noFill/>
          <a:ln>
            <a:noFill/>
          </a:ln>
        </p:spPr>
      </p:pic>
      <p:sp>
        <p:nvSpPr>
          <p:cNvPr id="124" name="Google Shape;124;p4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25" name="Google Shape;125;p4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26" name="Google Shape;126;p42"/>
          <p:cNvSpPr txBox="1"/>
          <p:nvPr>
            <p:ph type="title"/>
          </p:nvPr>
        </p:nvSpPr>
        <p:spPr>
          <a:xfrm>
            <a:off x="2476500" y="3143250"/>
            <a:ext cx="13335000" cy="2952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7" name="Google Shape;127;p42"/>
          <p:cNvSpPr txBox="1"/>
          <p:nvPr>
            <p:ph idx="1" type="body"/>
          </p:nvPr>
        </p:nvSpPr>
        <p:spPr>
          <a:xfrm>
            <a:off x="3333750" y="6905625"/>
            <a:ext cx="1162050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8" name="Google Shape;128;p42"/>
          <p:cNvSpPr txBox="1"/>
          <p:nvPr>
            <p:ph idx="2" type="body"/>
          </p:nvPr>
        </p:nvSpPr>
        <p:spPr>
          <a:xfrm>
            <a:off x="3333750" y="8239125"/>
            <a:ext cx="11620500" cy="523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داكن">
  <p:cSld name="جدول داكن">
    <p:bg>
      <p:bgPr>
        <a:solidFill>
          <a:srgbClr val="12183F"/>
        </a:solidFill>
      </p:bgPr>
    </p:bg>
    <p:spTree>
      <p:nvGrpSpPr>
        <p:cNvPr id="129" name="Shape 129"/>
        <p:cNvGrpSpPr/>
        <p:nvPr/>
      </p:nvGrpSpPr>
      <p:grpSpPr>
        <a:xfrm>
          <a:off x="0" y="0"/>
          <a:ext cx="0" cy="0"/>
          <a:chOff x="0" y="0"/>
          <a:chExt cx="0" cy="0"/>
        </a:xfrm>
      </p:grpSpPr>
      <p:pic>
        <p:nvPicPr>
          <p:cNvPr id="130" name="Google Shape;130;p4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1" name="Google Shape;131;p4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32" name="Google Shape;132;p4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3" name="Google Shape;133;p4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4" name="Google Shape;134;p4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5" name="Google Shape;135;p4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36" name="Google Shape;136;p4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37" name="Google Shape;137;p43"/>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8" name="Google Shape;138;p43"/>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ط زمني">
  <p:cSld name="خط زمني">
    <p:bg>
      <p:bgPr>
        <a:solidFill>
          <a:srgbClr val="12183F"/>
        </a:solidFill>
      </p:bgPr>
    </p:bg>
    <p:spTree>
      <p:nvGrpSpPr>
        <p:cNvPr id="139" name="Shape 139"/>
        <p:cNvGrpSpPr/>
        <p:nvPr/>
      </p:nvGrpSpPr>
      <p:grpSpPr>
        <a:xfrm>
          <a:off x="0" y="0"/>
          <a:ext cx="0" cy="0"/>
          <a:chOff x="0" y="0"/>
          <a:chExt cx="0" cy="0"/>
        </a:xfrm>
      </p:grpSpPr>
      <p:pic>
        <p:nvPicPr>
          <p:cNvPr id="140" name="Google Shape;140;p4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41" name="Google Shape;141;p4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42" name="Google Shape;142;p44"/>
          <p:cNvSpPr/>
          <p:nvPr/>
        </p:nvSpPr>
        <p:spPr>
          <a:xfrm>
            <a:off x="14287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44"/>
          <p:cNvSpPr/>
          <p:nvPr/>
        </p:nvSpPr>
        <p:spPr>
          <a:xfrm>
            <a:off x="111442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44"/>
          <p:cNvSpPr/>
          <p:nvPr/>
        </p:nvSpPr>
        <p:spPr>
          <a:xfrm>
            <a:off x="80010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44"/>
          <p:cNvSpPr/>
          <p:nvPr/>
        </p:nvSpPr>
        <p:spPr>
          <a:xfrm>
            <a:off x="48577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44"/>
          <p:cNvSpPr/>
          <p:nvPr/>
        </p:nvSpPr>
        <p:spPr>
          <a:xfrm>
            <a:off x="1714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4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8" name="Google Shape;148;p4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9" name="Google Shape;149;p4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0" name="Google Shape;150;p4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51" name="Google Shape;151;p4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52" name="Google Shape;152;p44"/>
          <p:cNvSpPr txBox="1"/>
          <p:nvPr>
            <p:ph idx="3" type="body"/>
          </p:nvPr>
        </p:nvSpPr>
        <p:spPr>
          <a:xfrm>
            <a:off x="14287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3" name="Google Shape;153;p44"/>
          <p:cNvSpPr txBox="1"/>
          <p:nvPr>
            <p:ph idx="4" type="body"/>
          </p:nvPr>
        </p:nvSpPr>
        <p:spPr>
          <a:xfrm>
            <a:off x="14287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4" name="Google Shape;154;p44"/>
          <p:cNvSpPr txBox="1"/>
          <p:nvPr>
            <p:ph idx="5" type="body"/>
          </p:nvPr>
        </p:nvSpPr>
        <p:spPr>
          <a:xfrm>
            <a:off x="14287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5" name="Google Shape;155;p44"/>
          <p:cNvSpPr txBox="1"/>
          <p:nvPr>
            <p:ph idx="6" type="body"/>
          </p:nvPr>
        </p:nvSpPr>
        <p:spPr>
          <a:xfrm>
            <a:off x="14287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6" name="Google Shape;156;p44"/>
          <p:cNvSpPr txBox="1"/>
          <p:nvPr>
            <p:ph idx="7" type="body"/>
          </p:nvPr>
        </p:nvSpPr>
        <p:spPr>
          <a:xfrm>
            <a:off x="111442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7" name="Google Shape;157;p44"/>
          <p:cNvSpPr txBox="1"/>
          <p:nvPr>
            <p:ph idx="8" type="body"/>
          </p:nvPr>
        </p:nvSpPr>
        <p:spPr>
          <a:xfrm>
            <a:off x="111442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8" name="Google Shape;158;p44"/>
          <p:cNvSpPr txBox="1"/>
          <p:nvPr>
            <p:ph idx="9" type="body"/>
          </p:nvPr>
        </p:nvSpPr>
        <p:spPr>
          <a:xfrm>
            <a:off x="111442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9" name="Google Shape;159;p44"/>
          <p:cNvSpPr txBox="1"/>
          <p:nvPr>
            <p:ph idx="13" type="body"/>
          </p:nvPr>
        </p:nvSpPr>
        <p:spPr>
          <a:xfrm>
            <a:off x="111442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0" name="Google Shape;160;p44"/>
          <p:cNvSpPr txBox="1"/>
          <p:nvPr>
            <p:ph idx="14" type="body"/>
          </p:nvPr>
        </p:nvSpPr>
        <p:spPr>
          <a:xfrm>
            <a:off x="80010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1" name="Google Shape;161;p44"/>
          <p:cNvSpPr txBox="1"/>
          <p:nvPr>
            <p:ph idx="15" type="body"/>
          </p:nvPr>
        </p:nvSpPr>
        <p:spPr>
          <a:xfrm>
            <a:off x="80010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2" name="Google Shape;162;p44"/>
          <p:cNvSpPr txBox="1"/>
          <p:nvPr>
            <p:ph idx="16" type="body"/>
          </p:nvPr>
        </p:nvSpPr>
        <p:spPr>
          <a:xfrm>
            <a:off x="80010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3" name="Google Shape;163;p44"/>
          <p:cNvSpPr txBox="1"/>
          <p:nvPr>
            <p:ph idx="17" type="body"/>
          </p:nvPr>
        </p:nvSpPr>
        <p:spPr>
          <a:xfrm>
            <a:off x="80010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4" name="Google Shape;164;p44"/>
          <p:cNvSpPr txBox="1"/>
          <p:nvPr>
            <p:ph idx="18" type="body"/>
          </p:nvPr>
        </p:nvSpPr>
        <p:spPr>
          <a:xfrm>
            <a:off x="48577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5" name="Google Shape;165;p44"/>
          <p:cNvSpPr txBox="1"/>
          <p:nvPr>
            <p:ph idx="19" type="body"/>
          </p:nvPr>
        </p:nvSpPr>
        <p:spPr>
          <a:xfrm>
            <a:off x="48577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6" name="Google Shape;166;p44"/>
          <p:cNvSpPr txBox="1"/>
          <p:nvPr>
            <p:ph idx="20" type="body"/>
          </p:nvPr>
        </p:nvSpPr>
        <p:spPr>
          <a:xfrm>
            <a:off x="48577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7" name="Google Shape;167;p44"/>
          <p:cNvSpPr txBox="1"/>
          <p:nvPr>
            <p:ph idx="21" type="body"/>
          </p:nvPr>
        </p:nvSpPr>
        <p:spPr>
          <a:xfrm>
            <a:off x="48577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8" name="Google Shape;168;p44"/>
          <p:cNvSpPr txBox="1"/>
          <p:nvPr>
            <p:ph idx="22" type="body"/>
          </p:nvPr>
        </p:nvSpPr>
        <p:spPr>
          <a:xfrm>
            <a:off x="1714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9" name="Google Shape;169;p44"/>
          <p:cNvSpPr txBox="1"/>
          <p:nvPr>
            <p:ph idx="23" type="body"/>
          </p:nvPr>
        </p:nvSpPr>
        <p:spPr>
          <a:xfrm>
            <a:off x="1714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0" name="Google Shape;170;p44"/>
          <p:cNvSpPr txBox="1"/>
          <p:nvPr>
            <p:ph idx="24" type="body"/>
          </p:nvPr>
        </p:nvSpPr>
        <p:spPr>
          <a:xfrm>
            <a:off x="1714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1" name="Google Shape;171;p44"/>
          <p:cNvSpPr txBox="1"/>
          <p:nvPr>
            <p:ph idx="25" type="body"/>
          </p:nvPr>
        </p:nvSpPr>
        <p:spPr>
          <a:xfrm>
            <a:off x="1714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ريق العمل">
  <p:cSld name="فريق العمل">
    <p:bg>
      <p:bgPr>
        <a:solidFill>
          <a:srgbClr val="12183F"/>
        </a:solidFill>
      </p:bgPr>
    </p:bg>
    <p:spTree>
      <p:nvGrpSpPr>
        <p:cNvPr id="172" name="Shape 172"/>
        <p:cNvGrpSpPr/>
        <p:nvPr/>
      </p:nvGrpSpPr>
      <p:grpSpPr>
        <a:xfrm>
          <a:off x="0" y="0"/>
          <a:ext cx="0" cy="0"/>
          <a:chOff x="0" y="0"/>
          <a:chExt cx="0" cy="0"/>
        </a:xfrm>
      </p:grpSpPr>
      <p:pic>
        <p:nvPicPr>
          <p:cNvPr id="173" name="Google Shape;173;p4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74" name="Google Shape;174;p4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75" name="Google Shape;175;p4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6" name="Google Shape;176;p4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7" name="Google Shape;177;p45"/>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8" name="Google Shape;178;p4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79" name="Google Shape;179;p4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80" name="Google Shape;180;p45"/>
          <p:cNvSpPr/>
          <p:nvPr>
            <p:ph idx="3" type="pic"/>
          </p:nvPr>
        </p:nvSpPr>
        <p:spPr>
          <a:xfrm>
            <a:off x="14192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1" name="Google Shape;181;p45"/>
          <p:cNvSpPr txBox="1"/>
          <p:nvPr>
            <p:ph idx="4" type="body"/>
          </p:nvPr>
        </p:nvSpPr>
        <p:spPr>
          <a:xfrm>
            <a:off x="13716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2" name="Google Shape;182;p45"/>
          <p:cNvSpPr txBox="1"/>
          <p:nvPr>
            <p:ph idx="5" type="body"/>
          </p:nvPr>
        </p:nvSpPr>
        <p:spPr>
          <a:xfrm>
            <a:off x="13716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3" name="Google Shape;183;p45"/>
          <p:cNvSpPr/>
          <p:nvPr>
            <p:ph idx="6" type="pic"/>
          </p:nvPr>
        </p:nvSpPr>
        <p:spPr>
          <a:xfrm>
            <a:off x="10191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4" name="Google Shape;184;p45"/>
          <p:cNvSpPr txBox="1"/>
          <p:nvPr>
            <p:ph idx="7" type="body"/>
          </p:nvPr>
        </p:nvSpPr>
        <p:spPr>
          <a:xfrm>
            <a:off x="9715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5" name="Google Shape;185;p45"/>
          <p:cNvSpPr txBox="1"/>
          <p:nvPr>
            <p:ph idx="8" type="body"/>
          </p:nvPr>
        </p:nvSpPr>
        <p:spPr>
          <a:xfrm>
            <a:off x="9715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6" name="Google Shape;186;p45"/>
          <p:cNvSpPr/>
          <p:nvPr>
            <p:ph idx="9" type="pic"/>
          </p:nvPr>
        </p:nvSpPr>
        <p:spPr>
          <a:xfrm>
            <a:off x="6191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7" name="Google Shape;187;p45"/>
          <p:cNvSpPr txBox="1"/>
          <p:nvPr>
            <p:ph idx="13" type="body"/>
          </p:nvPr>
        </p:nvSpPr>
        <p:spPr>
          <a:xfrm>
            <a:off x="5715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8" name="Google Shape;188;p45"/>
          <p:cNvSpPr txBox="1"/>
          <p:nvPr>
            <p:ph idx="14" type="body"/>
          </p:nvPr>
        </p:nvSpPr>
        <p:spPr>
          <a:xfrm>
            <a:off x="5715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9" name="Google Shape;189;p45"/>
          <p:cNvSpPr/>
          <p:nvPr>
            <p:ph idx="15" type="pic"/>
          </p:nvPr>
        </p:nvSpPr>
        <p:spPr>
          <a:xfrm>
            <a:off x="2190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90" name="Google Shape;190;p45"/>
          <p:cNvSpPr txBox="1"/>
          <p:nvPr>
            <p:ph idx="16" type="body"/>
          </p:nvPr>
        </p:nvSpPr>
        <p:spPr>
          <a:xfrm>
            <a:off x="1714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1" name="Google Shape;191;p45"/>
          <p:cNvSpPr txBox="1"/>
          <p:nvPr>
            <p:ph idx="17" type="body"/>
          </p:nvPr>
        </p:nvSpPr>
        <p:spPr>
          <a:xfrm>
            <a:off x="1714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فاتحة">
  <p:cSld name="أربع نقاط فاتحة">
    <p:bg>
      <p:bgPr>
        <a:solidFill>
          <a:srgbClr val="F2F4FF"/>
        </a:solidFill>
      </p:bgPr>
    </p:bg>
    <p:spTree>
      <p:nvGrpSpPr>
        <p:cNvPr id="192" name="Shape 192"/>
        <p:cNvGrpSpPr/>
        <p:nvPr/>
      </p:nvGrpSpPr>
      <p:grpSpPr>
        <a:xfrm>
          <a:off x="0" y="0"/>
          <a:ext cx="0" cy="0"/>
          <a:chOff x="0" y="0"/>
          <a:chExt cx="0" cy="0"/>
        </a:xfrm>
      </p:grpSpPr>
      <p:pic>
        <p:nvPicPr>
          <p:cNvPr id="193" name="Google Shape;193;p4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94" name="Google Shape;194;p46"/>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195" name="Google Shape;195;p46"/>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6" name="Google Shape;196;p46"/>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7" name="Google Shape;197;p46"/>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8" name="Google Shape;198;p4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99" name="Google Shape;199;p4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00" name="Google Shape;200;p46"/>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1" name="Google Shape;201;p46"/>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2" name="Google Shape;202;p46"/>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3" name="Google Shape;203;p46"/>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4" name="Google Shape;204;p46"/>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5" name="Google Shape;205;p46"/>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6" name="Google Shape;206;p46"/>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7" name="Google Shape;207;p46"/>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فاتح">
  <p:cSld name="جدول فاتح">
    <p:bg>
      <p:bgPr>
        <a:solidFill>
          <a:srgbClr val="F2F4FF"/>
        </a:solidFill>
      </p:bgPr>
    </p:bg>
    <p:spTree>
      <p:nvGrpSpPr>
        <p:cNvPr id="208" name="Shape 208"/>
        <p:cNvGrpSpPr/>
        <p:nvPr/>
      </p:nvGrpSpPr>
      <p:grpSpPr>
        <a:xfrm>
          <a:off x="0" y="0"/>
          <a:ext cx="0" cy="0"/>
          <a:chOff x="0" y="0"/>
          <a:chExt cx="0" cy="0"/>
        </a:xfrm>
      </p:grpSpPr>
      <p:pic>
        <p:nvPicPr>
          <p:cNvPr id="209" name="Google Shape;209;p4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10" name="Google Shape;210;p47"/>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211" name="Google Shape;211;p4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2" name="Google Shape;212;p4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3" name="Google Shape;213;p4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4" name="Google Shape;214;p4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215" name="Google Shape;215;p4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16" name="Google Shape;216;p47"/>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7" name="Google Shape;217;p47"/>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بالأعمدة">
  <p:cSld name="مقارنة بالأعمدة">
    <p:bg>
      <p:bgPr>
        <a:solidFill>
          <a:srgbClr val="12183F"/>
        </a:solidFill>
      </p:bgPr>
    </p:bg>
    <p:spTree>
      <p:nvGrpSpPr>
        <p:cNvPr id="218" name="Shape 218"/>
        <p:cNvGrpSpPr/>
        <p:nvPr/>
      </p:nvGrpSpPr>
      <p:grpSpPr>
        <a:xfrm>
          <a:off x="0" y="0"/>
          <a:ext cx="0" cy="0"/>
          <a:chOff x="0" y="0"/>
          <a:chExt cx="0" cy="0"/>
        </a:xfrm>
      </p:grpSpPr>
      <p:pic>
        <p:nvPicPr>
          <p:cNvPr id="219" name="Google Shape;219;p4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0" name="Google Shape;220;p4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21" name="Google Shape;221;p4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2" name="Google Shape;222;p4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3" name="Google Shape;223;p48"/>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4" name="Google Shape;224;p4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25" name="Google Shape;225;p4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26" name="Google Shape;226;p48"/>
          <p:cNvSpPr txBox="1"/>
          <p:nvPr>
            <p:ph idx="3" type="body"/>
          </p:nvPr>
        </p:nvSpPr>
        <p:spPr>
          <a:xfrm>
            <a:off x="2095500" y="8905875"/>
            <a:ext cx="1419225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7" name="Google Shape;227;p48"/>
          <p:cNvSpPr/>
          <p:nvPr>
            <p:ph idx="4" type="chart"/>
          </p:nvPr>
        </p:nvSpPr>
        <p:spPr>
          <a:xfrm>
            <a:off x="2095500" y="3905250"/>
            <a:ext cx="14192250" cy="4857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توزيع نسبي">
  <p:cSld name="توزيع نسبي">
    <p:bg>
      <p:bgPr>
        <a:solidFill>
          <a:srgbClr val="12183F"/>
        </a:solidFill>
      </p:bgPr>
    </p:bg>
    <p:spTree>
      <p:nvGrpSpPr>
        <p:cNvPr id="228" name="Shape 228"/>
        <p:cNvGrpSpPr/>
        <p:nvPr/>
      </p:nvGrpSpPr>
      <p:grpSpPr>
        <a:xfrm>
          <a:off x="0" y="0"/>
          <a:ext cx="0" cy="0"/>
          <a:chOff x="0" y="0"/>
          <a:chExt cx="0" cy="0"/>
        </a:xfrm>
      </p:grpSpPr>
      <p:pic>
        <p:nvPicPr>
          <p:cNvPr id="229" name="Google Shape;229;p4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30" name="Google Shape;230;p4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1" name="Google Shape;231;p4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2" name="Google Shape;232;p4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3" name="Google Shape;233;p49"/>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4" name="Google Shape;234;p4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35" name="Google Shape;235;p4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36" name="Google Shape;236;p49"/>
          <p:cNvSpPr txBox="1"/>
          <p:nvPr>
            <p:ph idx="3" type="body"/>
          </p:nvPr>
        </p:nvSpPr>
        <p:spPr>
          <a:xfrm>
            <a:off x="1714500" y="890587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7" name="Google Shape;237;p49"/>
          <p:cNvSpPr/>
          <p:nvPr>
            <p:ph idx="4" type="chart"/>
          </p:nvPr>
        </p:nvSpPr>
        <p:spPr>
          <a:xfrm>
            <a:off x="2095500" y="3619500"/>
            <a:ext cx="14097000" cy="5381625"/>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آلية العمل">
  <p:cSld name="آلية العمل">
    <p:bg>
      <p:bgPr>
        <a:solidFill>
          <a:srgbClr val="12183F"/>
        </a:solidFill>
      </p:bgPr>
    </p:bg>
    <p:spTree>
      <p:nvGrpSpPr>
        <p:cNvPr id="238" name="Shape 238"/>
        <p:cNvGrpSpPr/>
        <p:nvPr/>
      </p:nvGrpSpPr>
      <p:grpSpPr>
        <a:xfrm>
          <a:off x="0" y="0"/>
          <a:ext cx="0" cy="0"/>
          <a:chOff x="0" y="0"/>
          <a:chExt cx="0" cy="0"/>
        </a:xfrm>
      </p:grpSpPr>
      <p:pic>
        <p:nvPicPr>
          <p:cNvPr id="239" name="Google Shape;239;p5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40" name="Google Shape;240;p5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41" name="Google Shape;241;p5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2" name="Google Shape;242;p5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3" name="Google Shape;243;p50"/>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4" name="Google Shape;244;p5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45" name="Google Shape;245;p5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46" name="Google Shape;246;p50"/>
          <p:cNvSpPr txBox="1"/>
          <p:nvPr>
            <p:ph idx="3" type="body"/>
          </p:nvPr>
        </p:nvSpPr>
        <p:spPr>
          <a:xfrm>
            <a:off x="13716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7" name="Google Shape;247;p50"/>
          <p:cNvSpPr txBox="1"/>
          <p:nvPr>
            <p:ph idx="4" type="body"/>
          </p:nvPr>
        </p:nvSpPr>
        <p:spPr>
          <a:xfrm>
            <a:off x="9715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8" name="Google Shape;248;p50"/>
          <p:cNvSpPr txBox="1"/>
          <p:nvPr>
            <p:ph idx="5" type="body"/>
          </p:nvPr>
        </p:nvSpPr>
        <p:spPr>
          <a:xfrm>
            <a:off x="5715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9" name="Google Shape;249;p50"/>
          <p:cNvSpPr txBox="1"/>
          <p:nvPr>
            <p:ph idx="6" type="body"/>
          </p:nvPr>
        </p:nvSpPr>
        <p:spPr>
          <a:xfrm>
            <a:off x="1714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صورة كبيرة">
  <p:cSld name="صورة كبيرة">
    <p:bg>
      <p:bgPr>
        <a:solidFill>
          <a:srgbClr val="12183F"/>
        </a:solidFill>
      </p:bgPr>
    </p:bg>
    <p:spTree>
      <p:nvGrpSpPr>
        <p:cNvPr id="250" name="Shape 250"/>
        <p:cNvGrpSpPr/>
        <p:nvPr/>
      </p:nvGrpSpPr>
      <p:grpSpPr>
        <a:xfrm>
          <a:off x="0" y="0"/>
          <a:ext cx="0" cy="0"/>
          <a:chOff x="0" y="0"/>
          <a:chExt cx="0" cy="0"/>
        </a:xfrm>
      </p:grpSpPr>
      <p:pic>
        <p:nvPicPr>
          <p:cNvPr id="251" name="Google Shape;251;p51"/>
          <p:cNvPicPr preferRelativeResize="0"/>
          <p:nvPr/>
        </p:nvPicPr>
        <p:blipFill rotWithShape="1">
          <a:blip r:embed="rId2">
            <a:alphaModFix/>
          </a:blip>
          <a:srcRect b="0" l="0" r="0" t="0"/>
          <a:stretch/>
        </p:blipFill>
        <p:spPr>
          <a:xfrm>
            <a:off x="0" y="0"/>
            <a:ext cx="18288000" cy="10287000"/>
          </a:xfrm>
          <a:prstGeom prst="rect">
            <a:avLst/>
          </a:prstGeom>
          <a:noFill/>
          <a:ln>
            <a:noFill/>
          </a:ln>
        </p:spPr>
      </p:pic>
      <p:sp>
        <p:nvSpPr>
          <p:cNvPr id="252" name="Google Shape;252;p5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53" name="Google Shape;253;p5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54" name="Google Shape;254;p51"/>
          <p:cNvSpPr/>
          <p:nvPr>
            <p:ph idx="2" type="pic"/>
          </p:nvPr>
        </p:nvSpPr>
        <p:spPr>
          <a:xfrm>
            <a:off x="1047750" y="666750"/>
            <a:ext cx="16192500" cy="6953250"/>
          </a:xfrm>
          <a:prstGeom prst="rect">
            <a:avLst/>
          </a:prstGeom>
          <a:solidFill>
            <a:srgbClr val="161D48"/>
          </a:solidFill>
          <a:ln cap="flat" cmpd="sng" w="11425">
            <a:solidFill>
              <a:srgbClr val="4A5590"/>
            </a:solidFill>
            <a:prstDash val="solid"/>
            <a:round/>
            <a:headEnd len="sm" w="sm" type="none"/>
            <a:tailEnd len="sm" w="sm" type="none"/>
          </a:ln>
        </p:spPr>
      </p:sp>
      <p:sp>
        <p:nvSpPr>
          <p:cNvPr id="255" name="Google Shape;255;p51"/>
          <p:cNvSpPr txBox="1"/>
          <p:nvPr>
            <p:ph type="title"/>
          </p:nvPr>
        </p:nvSpPr>
        <p:spPr>
          <a:xfrm>
            <a:off x="2190750" y="7962900"/>
            <a:ext cx="14763750" cy="8382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6" name="Google Shape;256;p51"/>
          <p:cNvSpPr txBox="1"/>
          <p:nvPr>
            <p:ph idx="1" type="body"/>
          </p:nvPr>
        </p:nvSpPr>
        <p:spPr>
          <a:xfrm>
            <a:off x="2190750" y="8896350"/>
            <a:ext cx="14763750" cy="4286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عرض الصور">
  <p:cSld name="معرض الصور">
    <p:bg>
      <p:bgPr>
        <a:solidFill>
          <a:srgbClr val="12183F"/>
        </a:solidFill>
      </p:bgPr>
    </p:bg>
    <p:spTree>
      <p:nvGrpSpPr>
        <p:cNvPr id="257" name="Shape 257"/>
        <p:cNvGrpSpPr/>
        <p:nvPr/>
      </p:nvGrpSpPr>
      <p:grpSpPr>
        <a:xfrm>
          <a:off x="0" y="0"/>
          <a:ext cx="0" cy="0"/>
          <a:chOff x="0" y="0"/>
          <a:chExt cx="0" cy="0"/>
        </a:xfrm>
      </p:grpSpPr>
      <p:pic>
        <p:nvPicPr>
          <p:cNvPr id="258" name="Google Shape;258;p5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59" name="Google Shape;259;p52"/>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60" name="Google Shape;260;p52"/>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1" name="Google Shape;261;p52"/>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2" name="Google Shape;262;p5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3" name="Google Shape;263;p5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64" name="Google Shape;264;p52"/>
          <p:cNvSpPr/>
          <p:nvPr>
            <p:ph idx="2" type="pic"/>
          </p:nvPr>
        </p:nvSpPr>
        <p:spPr>
          <a:xfrm>
            <a:off x="12382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5" name="Google Shape;265;p52"/>
          <p:cNvSpPr txBox="1"/>
          <p:nvPr>
            <p:ph idx="3" type="body"/>
          </p:nvPr>
        </p:nvSpPr>
        <p:spPr>
          <a:xfrm>
            <a:off x="12382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6" name="Google Shape;266;p52"/>
          <p:cNvSpPr/>
          <p:nvPr>
            <p:ph idx="4" type="pic"/>
          </p:nvPr>
        </p:nvSpPr>
        <p:spPr>
          <a:xfrm>
            <a:off x="7048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7" name="Google Shape;267;p52"/>
          <p:cNvSpPr txBox="1"/>
          <p:nvPr>
            <p:ph idx="5" type="body"/>
          </p:nvPr>
        </p:nvSpPr>
        <p:spPr>
          <a:xfrm>
            <a:off x="7048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8" name="Google Shape;268;p52"/>
          <p:cNvSpPr/>
          <p:nvPr>
            <p:ph idx="6" type="pic"/>
          </p:nvPr>
        </p:nvSpPr>
        <p:spPr>
          <a:xfrm>
            <a:off x="1714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9" name="Google Shape;269;p52"/>
          <p:cNvSpPr txBox="1"/>
          <p:nvPr>
            <p:ph idx="7" type="body"/>
          </p:nvPr>
        </p:nvSpPr>
        <p:spPr>
          <a:xfrm>
            <a:off x="1714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يقونات الهوية">
  <p:cSld name="أيقونات الهوية">
    <p:bg>
      <p:bgPr>
        <a:solidFill>
          <a:srgbClr val="12183F"/>
        </a:solidFill>
      </p:bgPr>
    </p:bg>
    <p:spTree>
      <p:nvGrpSpPr>
        <p:cNvPr id="270" name="Shape 270"/>
        <p:cNvGrpSpPr/>
        <p:nvPr/>
      </p:nvGrpSpPr>
      <p:grpSpPr>
        <a:xfrm>
          <a:off x="0" y="0"/>
          <a:ext cx="0" cy="0"/>
          <a:chOff x="0" y="0"/>
          <a:chExt cx="0" cy="0"/>
        </a:xfrm>
      </p:grpSpPr>
      <p:pic>
        <p:nvPicPr>
          <p:cNvPr id="271" name="Google Shape;271;p5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72" name="Google Shape;272;p5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73" name="Google Shape;273;p5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4" name="Google Shape;274;p5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5" name="Google Shape;275;p5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6" name="Google Shape;276;p5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77" name="Google Shape;277;p5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8" name="Google Shape;278;p53"/>
          <p:cNvSpPr txBox="1"/>
          <p:nvPr>
            <p:ph idx="3" type="body"/>
          </p:nvPr>
        </p:nvSpPr>
        <p:spPr>
          <a:xfrm>
            <a:off x="13716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9" name="Google Shape;279;p53"/>
          <p:cNvSpPr txBox="1"/>
          <p:nvPr>
            <p:ph idx="4" type="body"/>
          </p:nvPr>
        </p:nvSpPr>
        <p:spPr>
          <a:xfrm>
            <a:off x="13716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0" name="Google Shape;280;p53"/>
          <p:cNvSpPr txBox="1"/>
          <p:nvPr>
            <p:ph idx="5" type="body"/>
          </p:nvPr>
        </p:nvSpPr>
        <p:spPr>
          <a:xfrm>
            <a:off x="9715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1" name="Google Shape;281;p53"/>
          <p:cNvSpPr txBox="1"/>
          <p:nvPr>
            <p:ph idx="6" type="body"/>
          </p:nvPr>
        </p:nvSpPr>
        <p:spPr>
          <a:xfrm>
            <a:off x="9715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2" name="Google Shape;282;p53"/>
          <p:cNvSpPr txBox="1"/>
          <p:nvPr>
            <p:ph idx="7" type="body"/>
          </p:nvPr>
        </p:nvSpPr>
        <p:spPr>
          <a:xfrm>
            <a:off x="5715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3" name="Google Shape;283;p53"/>
          <p:cNvSpPr txBox="1"/>
          <p:nvPr>
            <p:ph idx="8" type="body"/>
          </p:nvPr>
        </p:nvSpPr>
        <p:spPr>
          <a:xfrm>
            <a:off x="5715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4" name="Google Shape;284;p53"/>
          <p:cNvSpPr txBox="1"/>
          <p:nvPr>
            <p:ph idx="9" type="body"/>
          </p:nvPr>
        </p:nvSpPr>
        <p:spPr>
          <a:xfrm>
            <a:off x="1714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5" name="Google Shape;285;p53"/>
          <p:cNvSpPr txBox="1"/>
          <p:nvPr>
            <p:ph idx="13" type="body"/>
          </p:nvPr>
        </p:nvSpPr>
        <p:spPr>
          <a:xfrm>
            <a:off x="1714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خيارين">
  <p:cSld name="مقارنة خيارين">
    <p:bg>
      <p:bgPr>
        <a:solidFill>
          <a:srgbClr val="12183F"/>
        </a:solidFill>
      </p:bgPr>
    </p:bg>
    <p:spTree>
      <p:nvGrpSpPr>
        <p:cNvPr id="286" name="Shape 286"/>
        <p:cNvGrpSpPr/>
        <p:nvPr/>
      </p:nvGrpSpPr>
      <p:grpSpPr>
        <a:xfrm>
          <a:off x="0" y="0"/>
          <a:ext cx="0" cy="0"/>
          <a:chOff x="0" y="0"/>
          <a:chExt cx="0" cy="0"/>
        </a:xfrm>
      </p:grpSpPr>
      <p:pic>
        <p:nvPicPr>
          <p:cNvPr id="287" name="Google Shape;287;p5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88" name="Google Shape;288;p5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89" name="Google Shape;289;p5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0" name="Google Shape;290;p5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1" name="Google Shape;291;p5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2" name="Google Shape;292;p5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93" name="Google Shape;293;p5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94" name="Google Shape;294;p54"/>
          <p:cNvSpPr txBox="1"/>
          <p:nvPr>
            <p:ph idx="3" type="body"/>
          </p:nvPr>
        </p:nvSpPr>
        <p:spPr>
          <a:xfrm>
            <a:off x="1000125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5" name="Google Shape;295;p54"/>
          <p:cNvSpPr txBox="1"/>
          <p:nvPr>
            <p:ph idx="4" type="body"/>
          </p:nvPr>
        </p:nvSpPr>
        <p:spPr>
          <a:xfrm>
            <a:off x="1000125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6" name="Google Shape;296;p54"/>
          <p:cNvSpPr txBox="1"/>
          <p:nvPr>
            <p:ph idx="5" type="body"/>
          </p:nvPr>
        </p:nvSpPr>
        <p:spPr>
          <a:xfrm>
            <a:off x="171450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7" name="Google Shape;297;p54"/>
          <p:cNvSpPr txBox="1"/>
          <p:nvPr>
            <p:ph idx="6" type="body"/>
          </p:nvPr>
        </p:nvSpPr>
        <p:spPr>
          <a:xfrm>
            <a:off x="171450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8" name="Google Shape;298;p54"/>
          <p:cNvSpPr txBox="1"/>
          <p:nvPr>
            <p:ph idx="7" type="body"/>
          </p:nvPr>
        </p:nvSpPr>
        <p:spPr>
          <a:xfrm>
            <a:off x="1000125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9" name="Google Shape;299;p54"/>
          <p:cNvSpPr txBox="1"/>
          <p:nvPr>
            <p:ph idx="8" type="body"/>
          </p:nvPr>
        </p:nvSpPr>
        <p:spPr>
          <a:xfrm>
            <a:off x="171450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داكنة">
  <p:cSld name="فارغة داكنة">
    <p:bg>
      <p:bgPr>
        <a:solidFill>
          <a:srgbClr val="12183F"/>
        </a:solidFill>
      </p:bgPr>
    </p:bg>
    <p:spTree>
      <p:nvGrpSpPr>
        <p:cNvPr id="300" name="Shape 300"/>
        <p:cNvGrpSpPr/>
        <p:nvPr/>
      </p:nvGrpSpPr>
      <p:grpSpPr>
        <a:xfrm>
          <a:off x="0" y="0"/>
          <a:ext cx="0" cy="0"/>
          <a:chOff x="0" y="0"/>
          <a:chExt cx="0" cy="0"/>
        </a:xfrm>
      </p:grpSpPr>
      <p:pic>
        <p:nvPicPr>
          <p:cNvPr id="301" name="Google Shape;301;p5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2" name="Google Shape;302;p55"/>
          <p:cNvPicPr preferRelativeResize="0"/>
          <p:nvPr/>
        </p:nvPicPr>
        <p:blipFill rotWithShape="1">
          <a:blip r:embed="rId3">
            <a:alphaModFix/>
          </a:blip>
          <a:srcRect b="0" l="0" r="0" t="0"/>
          <a:stretch/>
        </p:blipFill>
        <p:spPr>
          <a:xfrm>
            <a:off x="1066800" y="722542"/>
            <a:ext cx="3429000" cy="879016"/>
          </a:xfrm>
          <a:prstGeom prst="rect">
            <a:avLst/>
          </a:prstGeom>
          <a:noFill/>
          <a:ln>
            <a:noFill/>
          </a:ln>
        </p:spPr>
      </p:pic>
      <p:sp>
        <p:nvSpPr>
          <p:cNvPr id="303" name="Google Shape;303;p5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304" name="Google Shape;304;p5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فاتحة">
  <p:cSld name="فارغة فاتحة">
    <p:bg>
      <p:bgPr>
        <a:solidFill>
          <a:srgbClr val="F2F4FF"/>
        </a:solidFill>
      </p:bgPr>
    </p:bg>
    <p:spTree>
      <p:nvGrpSpPr>
        <p:cNvPr id="305" name="Shape 305"/>
        <p:cNvGrpSpPr/>
        <p:nvPr/>
      </p:nvGrpSpPr>
      <p:grpSpPr>
        <a:xfrm>
          <a:off x="0" y="0"/>
          <a:ext cx="0" cy="0"/>
          <a:chOff x="0" y="0"/>
          <a:chExt cx="0" cy="0"/>
        </a:xfrm>
      </p:grpSpPr>
      <p:pic>
        <p:nvPicPr>
          <p:cNvPr id="306" name="Google Shape;306;p5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7" name="Google Shape;307;p56"/>
          <p:cNvPicPr preferRelativeResize="0"/>
          <p:nvPr/>
        </p:nvPicPr>
        <p:blipFill rotWithShape="1">
          <a:blip r:embed="rId3">
            <a:alphaModFix/>
          </a:blip>
          <a:srcRect b="0" l="0" r="0" t="0"/>
          <a:stretch/>
        </p:blipFill>
        <p:spPr>
          <a:xfrm>
            <a:off x="1245010" y="685800"/>
            <a:ext cx="3072581" cy="952500"/>
          </a:xfrm>
          <a:prstGeom prst="rect">
            <a:avLst/>
          </a:prstGeom>
          <a:noFill/>
          <a:ln>
            <a:noFill/>
          </a:ln>
        </p:spPr>
      </p:pic>
      <p:sp>
        <p:nvSpPr>
          <p:cNvPr id="308" name="Google Shape;308;p5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309" name="Google Shape;309;p5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تام العرض">
  <p:cSld name="ختام العرض">
    <p:bg>
      <p:bgPr>
        <a:solidFill>
          <a:srgbClr val="12183F"/>
        </a:solidFill>
      </p:bgPr>
    </p:bg>
    <p:spTree>
      <p:nvGrpSpPr>
        <p:cNvPr id="310" name="Shape 310"/>
        <p:cNvGrpSpPr/>
        <p:nvPr/>
      </p:nvGrpSpPr>
      <p:grpSpPr>
        <a:xfrm>
          <a:off x="0" y="0"/>
          <a:ext cx="0" cy="0"/>
          <a:chOff x="0" y="0"/>
          <a:chExt cx="0" cy="0"/>
        </a:xfrm>
      </p:grpSpPr>
      <p:pic>
        <p:nvPicPr>
          <p:cNvPr id="311" name="Google Shape;311;p5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12" name="Google Shape;312;p57"/>
          <p:cNvPicPr preferRelativeResize="0"/>
          <p:nvPr/>
        </p:nvPicPr>
        <p:blipFill rotWithShape="1">
          <a:blip r:embed="rId3">
            <a:alphaModFix/>
          </a:blip>
          <a:srcRect b="0" l="0" r="0" t="0"/>
          <a:stretch/>
        </p:blipFill>
        <p:spPr>
          <a:xfrm>
            <a:off x="5810250" y="1336151"/>
            <a:ext cx="6667500" cy="1709198"/>
          </a:xfrm>
          <a:prstGeom prst="rect">
            <a:avLst/>
          </a:prstGeom>
          <a:noFill/>
          <a:ln>
            <a:noFill/>
          </a:ln>
        </p:spPr>
      </p:pic>
      <p:pic>
        <p:nvPicPr>
          <p:cNvPr id="313" name="Google Shape;313;p57"/>
          <p:cNvPicPr preferRelativeResize="0"/>
          <p:nvPr/>
        </p:nvPicPr>
        <p:blipFill rotWithShape="1">
          <a:blip r:embed="rId4">
            <a:alphaModFix/>
          </a:blip>
          <a:srcRect b="0" l="0" r="0" t="0"/>
          <a:stretch/>
        </p:blipFill>
        <p:spPr>
          <a:xfrm>
            <a:off x="10669485" y="8524875"/>
            <a:ext cx="3045029" cy="1562100"/>
          </a:xfrm>
          <a:prstGeom prst="rect">
            <a:avLst/>
          </a:prstGeom>
          <a:noFill/>
          <a:ln>
            <a:noFill/>
          </a:ln>
        </p:spPr>
      </p:pic>
      <p:pic>
        <p:nvPicPr>
          <p:cNvPr id="314" name="Google Shape;314;p57"/>
          <p:cNvPicPr preferRelativeResize="0"/>
          <p:nvPr/>
        </p:nvPicPr>
        <p:blipFill rotWithShape="1">
          <a:blip r:embed="rId5">
            <a:alphaModFix/>
          </a:blip>
          <a:srcRect b="16000" l="4300" r="69700" t="16000"/>
          <a:stretch/>
        </p:blipFill>
        <p:spPr>
          <a:xfrm>
            <a:off x="4857750" y="8629650"/>
            <a:ext cx="3810000" cy="1476375"/>
          </a:xfrm>
          <a:prstGeom prst="rect">
            <a:avLst/>
          </a:prstGeom>
          <a:noFill/>
          <a:ln>
            <a:noFill/>
          </a:ln>
        </p:spPr>
      </p:pic>
      <p:sp>
        <p:nvSpPr>
          <p:cNvPr id="315" name="Google Shape;315;p57"/>
          <p:cNvSpPr txBox="1"/>
          <p:nvPr>
            <p:ph type="title"/>
          </p:nvPr>
        </p:nvSpPr>
        <p:spPr>
          <a:xfrm>
            <a:off x="3810000" y="4048125"/>
            <a:ext cx="10668000" cy="1428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6" name="Google Shape;316;p57"/>
          <p:cNvSpPr txBox="1"/>
          <p:nvPr>
            <p:ph idx="1" type="body"/>
          </p:nvPr>
        </p:nvSpPr>
        <p:spPr>
          <a:xfrm>
            <a:off x="3810000" y="5905500"/>
            <a:ext cx="1066800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7" name="Google Shape;317;p57"/>
          <p:cNvSpPr txBox="1"/>
          <p:nvPr>
            <p:ph idx="2" type="body"/>
          </p:nvPr>
        </p:nvSpPr>
        <p:spPr>
          <a:xfrm>
            <a:off x="3810000" y="7000875"/>
            <a:ext cx="10668000" cy="666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2.png"/><Relationship Id="rId6"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4.xml"/><Relationship Id="rId3" Type="http://schemas.openxmlformats.org/officeDocument/2006/relationships/image" Target="../media/image1.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7.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23.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2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7.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 Id="rId3" Type="http://schemas.openxmlformats.org/officeDocument/2006/relationships/image" Target="../media/image1.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1.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8.xml"/><Relationship Id="rId3" Type="http://schemas.openxmlformats.org/officeDocument/2006/relationships/image" Target="../media/image1.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25.png"/><Relationship Id="rId8" Type="http://schemas.openxmlformats.org/officeDocument/2006/relationships/image" Target="../media/image22.png"/><Relationship Id="rId9" Type="http://schemas.openxmlformats.org/officeDocument/2006/relationships/image" Target="../media/image19.png"/><Relationship Id="rId10"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483" name="Shape 483"/>
        <p:cNvGrpSpPr/>
        <p:nvPr/>
      </p:nvGrpSpPr>
      <p:grpSpPr>
        <a:xfrm>
          <a:off x="0" y="0"/>
          <a:ext cx="0" cy="0"/>
          <a:chOff x="0" y="0"/>
          <a:chExt cx="0" cy="0"/>
        </a:xfrm>
      </p:grpSpPr>
      <p:pic>
        <p:nvPicPr>
          <p:cNvPr id="484" name="Google Shape;484;p8"/>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485" name="Google Shape;485;p8" title="الصورة الرئيسية.png"/>
          <p:cNvPicPr preferRelativeResize="0"/>
          <p:nvPr/>
        </p:nvPicPr>
        <p:blipFill>
          <a:blip r:embed="rId4">
            <a:alphaModFix/>
          </a:blip>
          <a:stretch>
            <a:fillRect/>
          </a:stretch>
        </p:blipFill>
        <p:spPr>
          <a:xfrm>
            <a:off x="195975" y="1103475"/>
            <a:ext cx="9312476" cy="8603123"/>
          </a:xfrm>
          <a:prstGeom prst="rect">
            <a:avLst/>
          </a:prstGeom>
          <a:noFill/>
          <a:ln>
            <a:noFill/>
          </a:ln>
        </p:spPr>
      </p:pic>
      <p:sp>
        <p:nvSpPr>
          <p:cNvPr id="486" name="Google Shape;486;p8"/>
          <p:cNvSpPr txBox="1"/>
          <p:nvPr>
            <p:ph type="title"/>
          </p:nvPr>
        </p:nvSpPr>
        <p:spPr>
          <a:xfrm>
            <a:off x="7791450" y="3524250"/>
            <a:ext cx="9048900" cy="1333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6450"/>
              <a:buNone/>
            </a:pPr>
            <a:r>
              <a:rPr b="1" lang="ar-SA" sz="6450">
                <a:solidFill>
                  <a:srgbClr val="F2F4FF"/>
                </a:solidFill>
                <a:latin typeface="Readex Pro"/>
                <a:ea typeface="Readex Pro"/>
                <a:cs typeface="Readex Pro"/>
                <a:sym typeface="Readex Pro"/>
              </a:rPr>
              <a:t>شجرة الأسانيد الذكية</a:t>
            </a:r>
            <a:endParaRPr/>
          </a:p>
        </p:txBody>
      </p:sp>
      <p:sp>
        <p:nvSpPr>
          <p:cNvPr id="487" name="Google Shape;487;p8"/>
          <p:cNvSpPr txBox="1"/>
          <p:nvPr>
            <p:ph idx="1" type="body"/>
          </p:nvPr>
        </p:nvSpPr>
        <p:spPr>
          <a:xfrm>
            <a:off x="7791450" y="5334000"/>
            <a:ext cx="9048900" cy="16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300"/>
              <a:buNone/>
            </a:pPr>
            <a:r>
              <a:rPr b="0" lang="ar-SA" sz="3300">
                <a:solidFill>
                  <a:srgbClr val="2EF2C2"/>
                </a:solidFill>
                <a:latin typeface="Readex Pro"/>
                <a:ea typeface="Readex Pro"/>
                <a:cs typeface="Readex Pro"/>
                <a:sym typeface="Readex Pro"/>
              </a:rPr>
              <a:t>نرسم الإسناد ونفحصه، ونُظهر مصدر كل معلومة وحالة دليلها، ونحيل عند غياب المرجع</a:t>
            </a:r>
            <a:endParaRPr/>
          </a:p>
        </p:txBody>
      </p:sp>
      <p:sp>
        <p:nvSpPr>
          <p:cNvPr id="488" name="Google Shape;488;p8"/>
          <p:cNvSpPr/>
          <p:nvPr/>
        </p:nvSpPr>
        <p:spPr>
          <a:xfrm>
            <a:off x="1143000" y="8843963"/>
            <a:ext cx="16002000" cy="9600"/>
          </a:xfrm>
          <a:prstGeom prst="rect">
            <a:avLst/>
          </a:prstGeom>
          <a:solidFill>
            <a:srgbClr val="FFFFFF">
              <a:alpha val="12160"/>
            </a:srgbClr>
          </a:solidFill>
          <a:ln>
            <a:noFill/>
          </a:ln>
        </p:spPr>
        <p:txBody>
          <a:bodyPr anchorCtr="0" anchor="ctr" bIns="91425" lIns="91425" spcFirstLastPara="1" rIns="91425" wrap="square" tIns="91425">
            <a:noAutofit/>
          </a:bodyPr>
          <a:lstStyle/>
          <a:p>
            <a:pPr indent="0" lvl="0" marL="0" rtl="1" algn="r">
              <a:lnSpc>
                <a:spcPct val="115000"/>
              </a:lnSpc>
              <a:spcBef>
                <a:spcPts val="0"/>
              </a:spcBef>
              <a:spcAft>
                <a:spcPts val="0"/>
              </a:spcAft>
              <a:buNone/>
            </a:pPr>
            <a:r>
              <a:t/>
            </a:r>
            <a:endParaRPr/>
          </a:p>
        </p:txBody>
      </p:sp>
      <p:sp>
        <p:nvSpPr>
          <p:cNvPr id="489" name="Google Shape;489;p8"/>
          <p:cNvSpPr/>
          <p:nvPr/>
        </p:nvSpPr>
        <p:spPr>
          <a:xfrm>
            <a:off x="14472130" y="9120188"/>
            <a:ext cx="2358000" cy="347700"/>
          </a:xfrm>
          <a:prstGeom prst="rect">
            <a:avLst/>
          </a:prstGeom>
          <a:noFill/>
          <a:ln>
            <a:noFill/>
          </a:ln>
        </p:spPr>
        <p:txBody>
          <a:bodyPr anchorCtr="0" anchor="ctr" bIns="25400" lIns="25400" spcFirstLastPara="1" rIns="25400" wrap="square" tIns="25400">
            <a:noAutofit/>
          </a:bodyPr>
          <a:lstStyle/>
          <a:p>
            <a:pPr indent="0" lvl="0" marL="0" marR="0" rtl="1" algn="r">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المسار 04</a:t>
            </a:r>
            <a:endParaRPr i="0" sz="1950" u="none" cap="none" strike="noStrike">
              <a:solidFill>
                <a:srgbClr val="000000"/>
              </a:solidFill>
              <a:latin typeface="Readex Pro Light"/>
              <a:ea typeface="Readex Pro Light"/>
              <a:cs typeface="Readex Pro Light"/>
              <a:sym typeface="Readex Pro Light"/>
            </a:endParaRPr>
          </a:p>
        </p:txBody>
      </p:sp>
      <p:sp>
        <p:nvSpPr>
          <p:cNvPr id="490" name="Google Shape;490;p8"/>
          <p:cNvSpPr/>
          <p:nvPr/>
        </p:nvSpPr>
        <p:spPr>
          <a:xfrm>
            <a:off x="1397000" y="9120188"/>
            <a:ext cx="2765700" cy="347700"/>
          </a:xfrm>
          <a:prstGeom prst="rect">
            <a:avLst/>
          </a:prstGeom>
          <a:noFill/>
          <a:ln>
            <a:noFill/>
          </a:ln>
        </p:spPr>
        <p:txBody>
          <a:bodyPr anchorCtr="0" anchor="ctr" bIns="25400" lIns="25400" spcFirstLastPara="1" rIns="25400" wrap="square" tIns="25400">
            <a:noAutofit/>
          </a:bodyPr>
          <a:lstStyle/>
          <a:p>
            <a:pPr indent="0" lvl="0" marL="0" marR="0" rtl="1" algn="l">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أكتوبر 2026</a:t>
            </a:r>
            <a:endParaRPr i="0" sz="1950" u="none" cap="none" strike="noStrike">
              <a:solidFill>
                <a:srgbClr val="000000"/>
              </a:solidFill>
              <a:latin typeface="Readex Pro Light"/>
              <a:ea typeface="Readex Pro Light"/>
              <a:cs typeface="Readex Pro Light"/>
              <a:sym typeface="Readex Pro Light"/>
            </a:endParaRPr>
          </a:p>
        </p:txBody>
      </p:sp>
      <p:pic>
        <p:nvPicPr>
          <p:cNvPr id="491" name="Google Shape;491;p8"/>
          <p:cNvPicPr preferRelativeResize="0"/>
          <p:nvPr/>
        </p:nvPicPr>
        <p:blipFill rotWithShape="1">
          <a:blip r:embed="rId5">
            <a:alphaModFix/>
          </a:blip>
          <a:srcRect b="0" l="0" r="0" t="0"/>
          <a:stretch/>
        </p:blipFill>
        <p:spPr>
          <a:xfrm>
            <a:off x="1078250" y="691134"/>
            <a:ext cx="6572252" cy="1684781"/>
          </a:xfrm>
          <a:prstGeom prst="rect">
            <a:avLst/>
          </a:prstGeom>
          <a:noFill/>
          <a:ln>
            <a:noFill/>
          </a:ln>
        </p:spPr>
      </p:pic>
      <p:pic>
        <p:nvPicPr>
          <p:cNvPr id="492" name="Google Shape;492;p8"/>
          <p:cNvPicPr preferRelativeResize="0"/>
          <p:nvPr/>
        </p:nvPicPr>
        <p:blipFill rotWithShape="1">
          <a:blip r:embed="rId6">
            <a:alphaModFix/>
          </a:blip>
          <a:srcRect b="0" l="0" r="0" t="0"/>
          <a:stretch/>
        </p:blipFill>
        <p:spPr>
          <a:xfrm>
            <a:off x="14954250" y="840995"/>
            <a:ext cx="2190750" cy="1385061"/>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55" name="Shape 555"/>
        <p:cNvGrpSpPr/>
        <p:nvPr/>
      </p:nvGrpSpPr>
      <p:grpSpPr>
        <a:xfrm>
          <a:off x="0" y="0"/>
          <a:ext cx="0" cy="0"/>
          <a:chOff x="0" y="0"/>
          <a:chExt cx="0" cy="0"/>
        </a:xfrm>
      </p:grpSpPr>
      <p:pic>
        <p:nvPicPr>
          <p:cNvPr id="556" name="Google Shape;556;p12"/>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557" name="Google Shape;557;p12"/>
          <p:cNvSpPr/>
          <p:nvPr/>
        </p:nvSpPr>
        <p:spPr>
          <a:xfrm>
            <a:off x="73914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558" name="Google Shape;558;p12"/>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559" name="Google Shape;559;p12"/>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المشكلة والمستفيد</a:t>
            </a:r>
            <a:endParaRPr/>
          </a:p>
        </p:txBody>
      </p:sp>
      <p:sp>
        <p:nvSpPr>
          <p:cNvPr id="560" name="Google Shape;560;p12"/>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التحقق من الإسناد مبعثر بين الكتب</a:t>
            </a:r>
            <a:endParaRPr/>
          </a:p>
        </p:txBody>
      </p:sp>
      <p:sp>
        <p:nvSpPr>
          <p:cNvPr id="561" name="Google Shape;561;p1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562" name="Google Shape;562;p12"/>
          <p:cNvSpPr txBox="1"/>
          <p:nvPr>
            <p:ph idx="2" type="body"/>
          </p:nvPr>
        </p:nvSpPr>
        <p:spPr>
          <a:xfrm>
            <a:off x="5886450" y="3604500"/>
            <a:ext cx="10953900" cy="2239800"/>
          </a:xfrm>
          <a:prstGeom prst="rect">
            <a:avLst/>
          </a:prstGeom>
          <a:noFill/>
          <a:ln>
            <a:noFill/>
          </a:ln>
        </p:spPr>
        <p:txBody>
          <a:bodyPr anchorCtr="0" anchor="t" bIns="0" lIns="0" spcFirstLastPara="1" rIns="0" wrap="square" tIns="0">
            <a:noAutofit/>
          </a:bodyPr>
          <a:lstStyle/>
          <a:p>
            <a:pPr indent="0" lvl="0" marL="0" rtl="1" algn="r">
              <a:lnSpc>
                <a:spcPct val="115000"/>
              </a:lnSpc>
              <a:spcBef>
                <a:spcPts val="0"/>
              </a:spcBef>
              <a:spcAft>
                <a:spcPts val="0"/>
              </a:spcAft>
              <a:buSzPts val="3225"/>
              <a:buNone/>
            </a:pPr>
            <a:r>
              <a:rPr lang="ar-SA" sz="3225">
                <a:solidFill>
                  <a:srgbClr val="F2F4FF"/>
                </a:solidFill>
                <a:latin typeface="Readex Pro Light"/>
                <a:ea typeface="Readex Pro Light"/>
                <a:cs typeface="Readex Pro Light"/>
                <a:sym typeface="Readex Pro Light"/>
              </a:rPr>
              <a:t>يحتاج المعرِّف بالإسلام والباحث أن يعرفا: هل الإسناد متصل؟ ومن رواته؟ وما قاله العلماء فيهم؟ هذه المعلومات موزعة بين دواوين الحديث وكتب التراجم والعلل، وتُقرأ نصاً دون رؤية شاملة للطرق.</a:t>
            </a:r>
            <a:endParaRPr>
              <a:latin typeface="Readex Pro Light"/>
              <a:ea typeface="Readex Pro Light"/>
              <a:cs typeface="Readex Pro Light"/>
              <a:sym typeface="Readex Pro Light"/>
            </a:endParaRPr>
          </a:p>
        </p:txBody>
      </p:sp>
      <p:sp>
        <p:nvSpPr>
          <p:cNvPr id="563" name="Google Shape;563;p12"/>
          <p:cNvSpPr txBox="1"/>
          <p:nvPr>
            <p:ph idx="3" type="body"/>
          </p:nvPr>
        </p:nvSpPr>
        <p:spPr>
          <a:xfrm>
            <a:off x="5886450" y="7239000"/>
            <a:ext cx="10953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700"/>
              <a:buNone/>
            </a:pPr>
            <a:r>
              <a:rPr b="1" lang="ar-SA" sz="2700">
                <a:solidFill>
                  <a:srgbClr val="2EF2C2"/>
                </a:solidFill>
                <a:latin typeface="Readex Pro"/>
                <a:ea typeface="Readex Pro"/>
                <a:cs typeface="Readex Pro"/>
                <a:sym typeface="Readex Pro"/>
              </a:rPr>
              <a:t>معيار النجاح</a:t>
            </a:r>
            <a:endParaRPr/>
          </a:p>
        </p:txBody>
      </p:sp>
      <p:sp>
        <p:nvSpPr>
          <p:cNvPr id="564" name="Google Shape;564;p12"/>
          <p:cNvSpPr txBox="1"/>
          <p:nvPr>
            <p:ph idx="4" type="body"/>
          </p:nvPr>
        </p:nvSpPr>
        <p:spPr>
          <a:xfrm>
            <a:off x="5886450" y="8001000"/>
            <a:ext cx="10953900" cy="857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تحقق أوضح وأسرع، ومصدر وحالة دليل ظاهران، وتمييز ما تؤيده المصادر مما يتطلب تحققاً أو إحالة</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35" name="Shape 535"/>
        <p:cNvGrpSpPr/>
        <p:nvPr/>
      </p:nvGrpSpPr>
      <p:grpSpPr>
        <a:xfrm>
          <a:off x="0" y="0"/>
          <a:ext cx="0" cy="0"/>
          <a:chOff x="0" y="0"/>
          <a:chExt cx="0" cy="0"/>
        </a:xfrm>
      </p:grpSpPr>
      <p:pic>
        <p:nvPicPr>
          <p:cNvPr id="536" name="Google Shape;536;p11"/>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537" name="Google Shape;537;p1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الحل</a:t>
            </a:r>
            <a:endParaRPr/>
          </a:p>
        </p:txBody>
      </p:sp>
      <p:sp>
        <p:nvSpPr>
          <p:cNvPr id="538" name="Google Shape;538;p1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إسناد يُرسم ويُفحص</a:t>
            </a:r>
            <a:endParaRPr/>
          </a:p>
        </p:txBody>
      </p:sp>
      <p:sp>
        <p:nvSpPr>
          <p:cNvPr id="539" name="Google Shape;539;p1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أربع إمكانات في مكان واحد</a:t>
            </a:r>
            <a:endParaRPr/>
          </a:p>
        </p:txBody>
      </p:sp>
      <p:sp>
        <p:nvSpPr>
          <p:cNvPr id="540" name="Google Shape;540;p1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541" name="Google Shape;541;p11"/>
          <p:cNvSpPr txBox="1"/>
          <p:nvPr>
            <p:ph idx="3" type="body"/>
          </p:nvPr>
        </p:nvSpPr>
        <p:spPr>
          <a:xfrm>
            <a:off x="9505950" y="3952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شجرة إسناد تفاعلية</a:t>
            </a:r>
            <a:endParaRPr/>
          </a:p>
        </p:txBody>
      </p:sp>
      <p:sp>
        <p:nvSpPr>
          <p:cNvPr id="542" name="Google Shape;542;p11"/>
          <p:cNvSpPr txBox="1"/>
          <p:nvPr>
            <p:ph idx="4" type="body"/>
          </p:nvPr>
        </p:nvSpPr>
        <p:spPr>
          <a:xfrm>
            <a:off x="9505950" y="4657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رسم من الصحابي إلى المصنِّف يُبرز المدار ومواضع الانتباه</a:t>
            </a:r>
            <a:endParaRPr/>
          </a:p>
        </p:txBody>
      </p:sp>
      <p:sp>
        <p:nvSpPr>
          <p:cNvPr id="543" name="Google Shape;543;p11"/>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فحص العلل</a:t>
            </a:r>
            <a:endParaRPr/>
          </a:p>
        </p:txBody>
      </p:sp>
      <p:sp>
        <p:nvSpPr>
          <p:cNvPr id="544" name="Google Shape;544;p11"/>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قواعد المحدثين في التدليس والاختلاط والانقطاع وغيرها، وهي تنبيهات لا أحكام</a:t>
            </a:r>
            <a:endParaRPr/>
          </a:p>
        </p:txBody>
      </p:sp>
      <p:sp>
        <p:nvSpPr>
          <p:cNvPr id="545" name="Google Shape;545;p11"/>
          <p:cNvSpPr txBox="1"/>
          <p:nvPr>
            <p:ph idx="7" type="body"/>
          </p:nvPr>
        </p:nvSpPr>
        <p:spPr>
          <a:xfrm>
            <a:off x="9505950" y="6619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أقوال الجرح والتعديل</a:t>
            </a:r>
            <a:endParaRPr/>
          </a:p>
        </p:txBody>
      </p:sp>
      <p:sp>
        <p:nvSpPr>
          <p:cNvPr id="546" name="Google Shape;546;p11"/>
          <p:cNvSpPr txBox="1"/>
          <p:nvPr>
            <p:ph idx="8" type="body"/>
          </p:nvPr>
        </p:nvSpPr>
        <p:spPr>
          <a:xfrm>
            <a:off x="9505950" y="7324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منسوبة لأصحابها، ويُعرض الخلاف بين العلماء حين يوجد</a:t>
            </a:r>
            <a:endParaRPr/>
          </a:p>
        </p:txBody>
      </p:sp>
      <p:sp>
        <p:nvSpPr>
          <p:cNvPr id="547" name="Google Shape;547;p11"/>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التخريج المقارن</a:t>
            </a:r>
            <a:endParaRPr/>
          </a:p>
        </p:txBody>
      </p:sp>
      <p:sp>
        <p:nvSpPr>
          <p:cNvPr id="548" name="Google Shape;548;p11"/>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روايات الحديث من عدة دواوين في شجرة واحدة</a:t>
            </a:r>
            <a:endParaRPr/>
          </a:p>
        </p:txBody>
      </p:sp>
      <p:sp>
        <p:nvSpPr>
          <p:cNvPr id="549" name="Google Shape;549;p11"/>
          <p:cNvSpPr/>
          <p:nvPr/>
        </p:nvSpPr>
        <p:spPr>
          <a:xfrm>
            <a:off x="76962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550" name="Google Shape;550;p11"/>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6" name="Shape 816"/>
        <p:cNvGrpSpPr/>
        <p:nvPr/>
      </p:nvGrpSpPr>
      <p:grpSpPr>
        <a:xfrm>
          <a:off x="0" y="0"/>
          <a:ext cx="0" cy="0"/>
          <a:chOff x="0" y="0"/>
          <a:chExt cx="0" cy="0"/>
        </a:xfrm>
      </p:grpSpPr>
      <p:pic>
        <p:nvPicPr>
          <p:cNvPr id="817" name="Google Shape;817;p24"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18" name="Google Shape;818;p24"/>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آلية العمل</a:t>
            </a:r>
            <a:endParaRPr/>
          </a:p>
        </p:txBody>
      </p:sp>
      <p:sp>
        <p:nvSpPr>
          <p:cNvPr id="819" name="Google Shape;819;p24"/>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من الطلب إلى حالة الدليل</a:t>
            </a:r>
            <a:endParaRPr/>
          </a:p>
        </p:txBody>
      </p:sp>
      <p:sp>
        <p:nvSpPr>
          <p:cNvPr id="820" name="Google Shape;820;p24"/>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أربع خطوات</a:t>
            </a:r>
            <a:endParaRPr/>
          </a:p>
        </p:txBody>
      </p:sp>
      <p:sp>
        <p:nvSpPr>
          <p:cNvPr id="821" name="Google Shape;821;p2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822" name="Google Shape;822;p24"/>
          <p:cNvSpPr/>
          <p:nvPr/>
        </p:nvSpPr>
        <p:spPr>
          <a:xfrm>
            <a:off x="137160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38670" rtl="0" algn="r">
              <a:spcBef>
                <a:spcPts val="0"/>
              </a:spcBef>
              <a:spcAft>
                <a:spcPts val="0"/>
              </a:spcAft>
              <a:buNone/>
            </a:pPr>
            <a:r>
              <a:rPr b="1" lang="ar-SA" sz="3600">
                <a:solidFill>
                  <a:srgbClr val="2EF2C2"/>
                </a:solidFill>
                <a:latin typeface="Readex Pro"/>
                <a:ea typeface="Readex Pro"/>
                <a:cs typeface="Readex Pro"/>
                <a:sym typeface="Readex Pro"/>
              </a:rPr>
              <a:t>01</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المدخلات</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طرف الحديث أو ألفاظه</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بحث نصي في الدواوين</a:t>
            </a:r>
            <a:endParaRPr>
              <a:solidFill>
                <a:schemeClr val="dk1"/>
              </a:solidFill>
              <a:latin typeface="Readex Pro"/>
              <a:ea typeface="Readex Pro"/>
              <a:cs typeface="Readex Pro"/>
              <a:sym typeface="Readex Pro"/>
            </a:endParaRPr>
          </a:p>
          <a:p>
            <a:pPr indent="0" lvl="0" marL="0" rtl="1" algn="r">
              <a:lnSpc>
                <a:spcPct val="115000"/>
              </a:lnSpc>
              <a:spcBef>
                <a:spcPts val="0"/>
              </a:spcBef>
              <a:spcAft>
                <a:spcPts val="0"/>
              </a:spcAft>
              <a:buNone/>
            </a:pPr>
            <a:r>
              <a:t/>
            </a:r>
            <a:endParaRPr sz="1201"/>
          </a:p>
        </p:txBody>
      </p:sp>
      <p:sp>
        <p:nvSpPr>
          <p:cNvPr id="823" name="Google Shape;823;p24"/>
          <p:cNvSpPr/>
          <p:nvPr/>
        </p:nvSpPr>
        <p:spPr>
          <a:xfrm>
            <a:off x="97155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23307" rtl="0" algn="r">
              <a:spcBef>
                <a:spcPts val="0"/>
              </a:spcBef>
              <a:spcAft>
                <a:spcPts val="0"/>
              </a:spcAft>
              <a:buNone/>
            </a:pPr>
            <a:r>
              <a:rPr b="1" lang="ar-SA" sz="3600">
                <a:solidFill>
                  <a:srgbClr val="2EF2C2"/>
                </a:solidFill>
                <a:latin typeface="Readex Pro"/>
                <a:ea typeface="Readex Pro"/>
                <a:cs typeface="Readex Pro"/>
                <a:sym typeface="Readex Pro"/>
              </a:rPr>
              <a:t>02</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المعالجة</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بناء شجرة الإسناد</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وفحص العلل آلياً</a:t>
            </a:r>
            <a:endParaRPr b="1" sz="3600">
              <a:solidFill>
                <a:srgbClr val="2EF2C2"/>
              </a:solidFill>
              <a:latin typeface="Readex Pro"/>
              <a:ea typeface="Readex Pro"/>
              <a:cs typeface="Readex Pro"/>
              <a:sym typeface="Readex Pro"/>
            </a:endParaRPr>
          </a:p>
        </p:txBody>
      </p:sp>
      <p:sp>
        <p:nvSpPr>
          <p:cNvPr id="824" name="Google Shape;824;p24"/>
          <p:cNvSpPr/>
          <p:nvPr/>
        </p:nvSpPr>
        <p:spPr>
          <a:xfrm>
            <a:off x="57150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38125" rtl="0" algn="r">
              <a:spcBef>
                <a:spcPts val="0"/>
              </a:spcBef>
              <a:spcAft>
                <a:spcPts val="0"/>
              </a:spcAft>
              <a:buNone/>
            </a:pPr>
            <a:r>
              <a:rPr b="1" lang="ar-SA" sz="3600">
                <a:solidFill>
                  <a:srgbClr val="2EF2C2"/>
                </a:solidFill>
                <a:latin typeface="Readex Pro"/>
                <a:ea typeface="Readex Pro"/>
                <a:cs typeface="Readex Pro"/>
                <a:sym typeface="Readex Pro"/>
              </a:rPr>
              <a:t>03</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المخرجات</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رسم السند والأقوال</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مع حالة الدليل</a:t>
            </a:r>
            <a:endParaRPr b="1" sz="3600">
              <a:solidFill>
                <a:srgbClr val="2EF2C2"/>
              </a:solidFill>
              <a:latin typeface="Readex Pro"/>
              <a:ea typeface="Readex Pro"/>
              <a:cs typeface="Readex Pro"/>
              <a:sym typeface="Readex Pro"/>
            </a:endParaRPr>
          </a:p>
        </p:txBody>
      </p:sp>
      <p:sp>
        <p:nvSpPr>
          <p:cNvPr id="825" name="Google Shape;825;p24"/>
          <p:cNvSpPr/>
          <p:nvPr/>
        </p:nvSpPr>
        <p:spPr>
          <a:xfrm>
            <a:off x="17145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23307" rtl="0" algn="r">
              <a:spcBef>
                <a:spcPts val="0"/>
              </a:spcBef>
              <a:spcAft>
                <a:spcPts val="0"/>
              </a:spcAft>
              <a:buNone/>
            </a:pPr>
            <a:r>
              <a:rPr b="1" lang="ar-SA" sz="3600">
                <a:solidFill>
                  <a:srgbClr val="2EF2C2"/>
                </a:solidFill>
                <a:latin typeface="Readex Pro"/>
                <a:ea typeface="Readex Pro"/>
                <a:cs typeface="Readex Pro"/>
                <a:sym typeface="Readex Pro"/>
              </a:rPr>
              <a:t>04</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الأثر</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تحقق أوضح</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نقيسه مع مستخدمين</a:t>
            </a:r>
            <a:endParaRPr b="1" sz="3600">
              <a:solidFill>
                <a:srgbClr val="2EF2C2"/>
              </a:solidFill>
              <a:latin typeface="Readex Pro"/>
              <a:ea typeface="Readex Pro"/>
              <a:cs typeface="Readex Pro"/>
              <a:sym typeface="Readex Pro"/>
            </a:endParaRPr>
          </a:p>
        </p:txBody>
      </p:sp>
      <p:pic>
        <p:nvPicPr>
          <p:cNvPr id="826" name="Google Shape;826;p24"/>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7" name="Shape 857"/>
        <p:cNvGrpSpPr/>
        <p:nvPr/>
      </p:nvGrpSpPr>
      <p:grpSpPr>
        <a:xfrm>
          <a:off x="0" y="0"/>
          <a:ext cx="0" cy="0"/>
          <a:chOff x="0" y="0"/>
          <a:chExt cx="0" cy="0"/>
        </a:xfrm>
      </p:grpSpPr>
      <p:pic>
        <p:nvPicPr>
          <p:cNvPr id="858" name="Google Shape;858;p27"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59" name="Google Shape;859;p2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60" name="Google Shape;860;p2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ما يميّز الأداة</a:t>
            </a:r>
            <a:endParaRPr/>
          </a:p>
        </p:txBody>
      </p:sp>
      <p:sp>
        <p:nvSpPr>
          <p:cNvPr id="861" name="Google Shape;861;p2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عناصر الحل</a:t>
            </a:r>
            <a:endParaRPr/>
          </a:p>
        </p:txBody>
      </p:sp>
      <p:sp>
        <p:nvSpPr>
          <p:cNvPr id="862" name="Google Shape;862;p2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ما الذي يجعلها موثوقة</a:t>
            </a:r>
            <a:endParaRPr/>
          </a:p>
        </p:txBody>
      </p:sp>
      <p:sp>
        <p:nvSpPr>
          <p:cNvPr id="863" name="Google Shape;863;p2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64" name="Google Shape;864;p27"/>
          <p:cNvPicPr preferRelativeResize="0"/>
          <p:nvPr/>
        </p:nvPicPr>
        <p:blipFill rotWithShape="1">
          <a:blip r:embed="rId5">
            <a:alphaModFix/>
          </a:blip>
          <a:srcRect b="0" l="0" r="0" t="0"/>
          <a:stretch/>
        </p:blipFill>
        <p:spPr>
          <a:xfrm>
            <a:off x="14458950" y="4000500"/>
            <a:ext cx="1428750" cy="1428750"/>
          </a:xfrm>
          <a:prstGeom prst="rect">
            <a:avLst/>
          </a:prstGeom>
          <a:noFill/>
          <a:ln>
            <a:noFill/>
          </a:ln>
        </p:spPr>
      </p:pic>
      <p:sp>
        <p:nvSpPr>
          <p:cNvPr id="865" name="Google Shape;865;p27"/>
          <p:cNvSpPr txBox="1"/>
          <p:nvPr>
            <p:ph idx="3" type="body"/>
          </p:nvPr>
        </p:nvSpPr>
        <p:spPr>
          <a:xfrm>
            <a:off x="13411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ذكاء اصطناعي منضبط</a:t>
            </a:r>
            <a:endParaRPr/>
          </a:p>
        </p:txBody>
      </p:sp>
      <p:sp>
        <p:nvSpPr>
          <p:cNvPr id="866" name="Google Shape;866;p27"/>
          <p:cNvSpPr txBox="1"/>
          <p:nvPr>
            <p:ph idx="4" type="body"/>
          </p:nvPr>
        </p:nvSpPr>
        <p:spPr>
          <a:xfrm>
            <a:off x="134112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اقتباس حرفي يُتحقق منه،</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ويمتنع عند غياب المرجع</a:t>
            </a:r>
            <a:endParaRPr/>
          </a:p>
        </p:txBody>
      </p:sp>
      <p:pic>
        <p:nvPicPr>
          <p:cNvPr id="867" name="Google Shape;867;p27"/>
          <p:cNvPicPr preferRelativeResize="0"/>
          <p:nvPr/>
        </p:nvPicPr>
        <p:blipFill rotWithShape="1">
          <a:blip r:embed="rId6">
            <a:alphaModFix/>
          </a:blip>
          <a:srcRect b="0" l="0" r="0" t="0"/>
          <a:stretch/>
        </p:blipFill>
        <p:spPr>
          <a:xfrm>
            <a:off x="10458450" y="4000500"/>
            <a:ext cx="1428750" cy="1428750"/>
          </a:xfrm>
          <a:prstGeom prst="rect">
            <a:avLst/>
          </a:prstGeom>
          <a:noFill/>
          <a:ln>
            <a:noFill/>
          </a:ln>
        </p:spPr>
      </p:pic>
      <p:sp>
        <p:nvSpPr>
          <p:cNvPr id="868" name="Google Shape;868;p27"/>
          <p:cNvSpPr txBox="1"/>
          <p:nvPr>
            <p:ph idx="5" type="body"/>
          </p:nvPr>
        </p:nvSpPr>
        <p:spPr>
          <a:xfrm>
            <a:off x="9410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قاموس المصطلحات</a:t>
            </a:r>
            <a:endParaRPr/>
          </a:p>
        </p:txBody>
      </p:sp>
      <p:sp>
        <p:nvSpPr>
          <p:cNvPr id="869" name="Google Shape;869;p27"/>
          <p:cNvSpPr txBox="1"/>
          <p:nvPr>
            <p:ph idx="6" type="body"/>
          </p:nvPr>
        </p:nvSpPr>
        <p:spPr>
          <a:xfrm>
            <a:off x="94107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تعريفات مبسطة بمقابل</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إنجليزي داخل الواجهة</a:t>
            </a:r>
            <a:endParaRPr/>
          </a:p>
        </p:txBody>
      </p:sp>
      <p:pic>
        <p:nvPicPr>
          <p:cNvPr id="870" name="Google Shape;870;p27"/>
          <p:cNvPicPr preferRelativeResize="0"/>
          <p:nvPr/>
        </p:nvPicPr>
        <p:blipFill rotWithShape="1">
          <a:blip r:embed="rId7">
            <a:alphaModFix/>
          </a:blip>
          <a:srcRect b="0" l="0" r="0" t="0"/>
          <a:stretch/>
        </p:blipFill>
        <p:spPr>
          <a:xfrm>
            <a:off x="6457950" y="4000500"/>
            <a:ext cx="1428750" cy="1428750"/>
          </a:xfrm>
          <a:prstGeom prst="rect">
            <a:avLst/>
          </a:prstGeom>
          <a:noFill/>
          <a:ln>
            <a:noFill/>
          </a:ln>
        </p:spPr>
      </p:pic>
      <p:sp>
        <p:nvSpPr>
          <p:cNvPr id="871" name="Google Shape;871;p27"/>
          <p:cNvSpPr txBox="1"/>
          <p:nvPr>
            <p:ph idx="7" type="body"/>
          </p:nvPr>
        </p:nvSpPr>
        <p:spPr>
          <a:xfrm>
            <a:off x="5410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أقوال منسوبة وخلاف</a:t>
            </a:r>
            <a:endParaRPr/>
          </a:p>
        </p:txBody>
      </p:sp>
      <p:sp>
        <p:nvSpPr>
          <p:cNvPr id="872" name="Google Shape;872;p27"/>
          <p:cNvSpPr txBox="1"/>
          <p:nvPr>
            <p:ph idx="8" type="body"/>
          </p:nvPr>
        </p:nvSpPr>
        <p:spPr>
          <a:xfrm>
            <a:off x="54102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تُعرض الأقوال بأسمائها</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ويظهر الخلاف بين العلماء</a:t>
            </a:r>
            <a:endParaRPr/>
          </a:p>
        </p:txBody>
      </p:sp>
      <p:pic>
        <p:nvPicPr>
          <p:cNvPr id="873" name="Google Shape;873;p27"/>
          <p:cNvPicPr preferRelativeResize="0"/>
          <p:nvPr/>
        </p:nvPicPr>
        <p:blipFill rotWithShape="1">
          <a:blip r:embed="rId8">
            <a:alphaModFix/>
          </a:blip>
          <a:srcRect b="0" l="0" r="0" t="0"/>
          <a:stretch/>
        </p:blipFill>
        <p:spPr>
          <a:xfrm>
            <a:off x="2457450" y="4000500"/>
            <a:ext cx="1428750" cy="1428750"/>
          </a:xfrm>
          <a:prstGeom prst="rect">
            <a:avLst/>
          </a:prstGeom>
          <a:noFill/>
          <a:ln>
            <a:noFill/>
          </a:ln>
        </p:spPr>
      </p:pic>
      <p:sp>
        <p:nvSpPr>
          <p:cNvPr id="874" name="Google Shape;874;p27"/>
          <p:cNvSpPr txBox="1"/>
          <p:nvPr>
            <p:ph idx="9" type="body"/>
          </p:nvPr>
        </p:nvSpPr>
        <p:spPr>
          <a:xfrm>
            <a:off x="1409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حالة الدليل</a:t>
            </a:r>
            <a:endParaRPr/>
          </a:p>
        </p:txBody>
      </p:sp>
      <p:sp>
        <p:nvSpPr>
          <p:cNvPr id="875" name="Google Shape;875;p27"/>
          <p:cNvSpPr txBox="1"/>
          <p:nvPr>
            <p:ph idx="13" type="body"/>
          </p:nvPr>
        </p:nvSpPr>
        <p:spPr>
          <a:xfrm>
            <a:off x="14097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مؤيَّد بنص مصدر، أو</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يتطلب تحققاً، أو لا مرجع كافٍ</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pic>
        <p:nvPicPr>
          <p:cNvPr id="709" name="Google Shape;709;p20"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710" name="Google Shape;710;p20"/>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السلامة العلمية</a:t>
            </a:r>
            <a:endParaRPr/>
          </a:p>
        </p:txBody>
      </p:sp>
      <p:sp>
        <p:nvSpPr>
          <p:cNvPr id="711" name="Google Shape;711;p20"/>
          <p:cNvSpPr txBox="1"/>
          <p:nvPr>
            <p:ph type="title"/>
          </p:nvPr>
        </p:nvSpPr>
        <p:spPr>
          <a:xfrm>
            <a:off x="6637950" y="1809750"/>
            <a:ext cx="102024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حدود واضحة لا تتجاوزها الأداة</a:t>
            </a:r>
            <a:endParaRPr/>
          </a:p>
        </p:txBody>
      </p:sp>
      <p:sp>
        <p:nvSpPr>
          <p:cNvPr id="712" name="Google Shape;712;p20"/>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منسجمة مع ضوابط المرجعية العلمية للتحدي</a:t>
            </a:r>
            <a:endParaRPr/>
          </a:p>
        </p:txBody>
      </p:sp>
      <p:sp>
        <p:nvSpPr>
          <p:cNvPr id="713" name="Google Shape;713;p2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sp>
        <p:nvSpPr>
          <p:cNvPr id="714" name="Google Shape;714;p20"/>
          <p:cNvSpPr txBox="1"/>
          <p:nvPr>
            <p:ph idx="3" type="body"/>
          </p:nvPr>
        </p:nvSpPr>
        <p:spPr>
          <a:xfrm>
            <a:off x="9505950" y="3952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12183F"/>
                </a:solidFill>
                <a:latin typeface="Readex Pro"/>
                <a:ea typeface="Readex Pro"/>
                <a:cs typeface="Readex Pro"/>
                <a:sym typeface="Readex Pro"/>
              </a:rPr>
              <a:t>لا فتوى ولا حكم نهائي</a:t>
            </a:r>
            <a:endParaRPr/>
          </a:p>
        </p:txBody>
      </p:sp>
      <p:sp>
        <p:nvSpPr>
          <p:cNvPr id="715" name="Google Shape;715;p20"/>
          <p:cNvSpPr txBox="1"/>
          <p:nvPr>
            <p:ph idx="4" type="body"/>
          </p:nvPr>
        </p:nvSpPr>
        <p:spPr>
          <a:xfrm>
            <a:off x="9505950" y="4657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4A5590"/>
                </a:solidFill>
                <a:latin typeface="Readex Pro"/>
                <a:ea typeface="Readex Pro"/>
                <a:cs typeface="Readex Pro"/>
                <a:sym typeface="Readex Pro"/>
              </a:rPr>
              <a:t>تُعرض الأقوال والمؤشرات، ويُحال إلى الدرر السنية وأهل الاختصاص</a:t>
            </a:r>
            <a:endParaRPr/>
          </a:p>
        </p:txBody>
      </p:sp>
      <p:sp>
        <p:nvSpPr>
          <p:cNvPr id="716" name="Google Shape;716;p20"/>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12183F"/>
                </a:solidFill>
                <a:latin typeface="Readex Pro"/>
                <a:ea typeface="Readex Pro"/>
                <a:cs typeface="Readex Pro"/>
                <a:sym typeface="Readex Pro"/>
              </a:rPr>
              <a:t>امتناع عند غياب المرجع</a:t>
            </a:r>
            <a:endParaRPr/>
          </a:p>
        </p:txBody>
      </p:sp>
      <p:sp>
        <p:nvSpPr>
          <p:cNvPr id="717" name="Google Shape;717;p20"/>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4A5590"/>
                </a:solidFill>
                <a:latin typeface="Readex Pro"/>
                <a:ea typeface="Readex Pro"/>
                <a:cs typeface="Readex Pro"/>
                <a:sym typeface="Readex Pro"/>
              </a:rPr>
              <a:t>راوٍ بلا أقوال مسجلة: لا تصنيف ولا تخمين، وتظهر عبارة «لا يوجد مرجع كافٍ»</a:t>
            </a:r>
            <a:endParaRPr/>
          </a:p>
        </p:txBody>
      </p:sp>
      <p:sp>
        <p:nvSpPr>
          <p:cNvPr id="718" name="Google Shape;718;p20"/>
          <p:cNvSpPr txBox="1"/>
          <p:nvPr>
            <p:ph idx="7" type="body"/>
          </p:nvPr>
        </p:nvSpPr>
        <p:spPr>
          <a:xfrm>
            <a:off x="9505950" y="6619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12183F"/>
                </a:solidFill>
                <a:latin typeface="Readex Pro"/>
                <a:ea typeface="Readex Pro"/>
                <a:cs typeface="Readex Pro"/>
                <a:sym typeface="Readex Pro"/>
              </a:rPr>
              <a:t>اقتباس حرفي يُتحقق منه</a:t>
            </a:r>
            <a:endParaRPr/>
          </a:p>
        </p:txBody>
      </p:sp>
      <p:sp>
        <p:nvSpPr>
          <p:cNvPr id="719" name="Google Shape;719;p20"/>
          <p:cNvSpPr txBox="1"/>
          <p:nvPr>
            <p:ph idx="8" type="body"/>
          </p:nvPr>
        </p:nvSpPr>
        <p:spPr>
          <a:xfrm>
            <a:off x="9505950" y="7324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4A5590"/>
                </a:solidFill>
                <a:latin typeface="Readex Pro"/>
                <a:ea typeface="Readex Pro"/>
                <a:cs typeface="Readex Pro"/>
                <a:sym typeface="Readex Pro"/>
              </a:rPr>
              <a:t>يُرفض أي اقتباس لا يطابق الأقوال المسجلة، وأي درجة خارج المقياس المعروف</a:t>
            </a:r>
            <a:endParaRPr/>
          </a:p>
        </p:txBody>
      </p:sp>
      <p:sp>
        <p:nvSpPr>
          <p:cNvPr id="720" name="Google Shape;720;p20"/>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12183F"/>
                </a:solidFill>
                <a:latin typeface="Readex Pro"/>
                <a:ea typeface="Readex Pro"/>
                <a:cs typeface="Readex Pro"/>
                <a:sym typeface="Readex Pro"/>
              </a:rPr>
              <a:t>شفافية دائمة</a:t>
            </a:r>
            <a:endParaRPr/>
          </a:p>
        </p:txBody>
      </p:sp>
      <p:sp>
        <p:nvSpPr>
          <p:cNvPr id="721" name="Google Shape;721;p20"/>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4A5590"/>
                </a:solidFill>
                <a:latin typeface="Readex Pro"/>
                <a:ea typeface="Readex Pro"/>
                <a:cs typeface="Readex Pro"/>
                <a:sym typeface="Readex Pro"/>
              </a:rPr>
              <a:t>تنبيه ظاهر بأن الملخص مولَّد بمساعدة الذكاء الاصطناعي، مع الأقوال الأصلية</a:t>
            </a:r>
            <a:endParaRPr/>
          </a:p>
        </p:txBody>
      </p:sp>
      <p:pic>
        <p:nvPicPr>
          <p:cNvPr id="722" name="Google Shape;722;p20"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00" name="Shape 600"/>
        <p:cNvGrpSpPr/>
        <p:nvPr/>
      </p:nvGrpSpPr>
      <p:grpSpPr>
        <a:xfrm>
          <a:off x="0" y="0"/>
          <a:ext cx="0" cy="0"/>
          <a:chOff x="0" y="0"/>
          <a:chExt cx="0" cy="0"/>
        </a:xfrm>
      </p:grpSpPr>
      <p:pic>
        <p:nvPicPr>
          <p:cNvPr id="601" name="Google Shape;601;p15"/>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602" name="Google Shape;602;p15"/>
          <p:cNvSpPr/>
          <p:nvPr/>
        </p:nvSpPr>
        <p:spPr>
          <a:xfrm>
            <a:off x="73914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603" name="Google Shape;603;p15"/>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04" name="Google Shape;604;p15"/>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البيانات</a:t>
            </a:r>
            <a:endParaRPr/>
          </a:p>
        </p:txBody>
      </p:sp>
      <p:sp>
        <p:nvSpPr>
          <p:cNvPr id="605" name="Google Shape;605;p15"/>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قاعدة بيانات المشروع</a:t>
            </a:r>
            <a:endParaRPr/>
          </a:p>
        </p:txBody>
      </p:sp>
      <p:sp>
        <p:nvSpPr>
          <p:cNvPr id="606" name="Google Shape;606;p15"/>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الحالة الراهنة</a:t>
            </a:r>
            <a:endParaRPr/>
          </a:p>
        </p:txBody>
      </p:sp>
      <p:sp>
        <p:nvSpPr>
          <p:cNvPr id="607" name="Google Shape;607;p1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08" name="Google Shape;608;p15"/>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4400">
                <a:solidFill>
                  <a:srgbClr val="2EF2C2"/>
                </a:solidFill>
                <a:latin typeface="Readex Pro"/>
                <a:ea typeface="Readex Pro"/>
                <a:cs typeface="Readex Pro"/>
                <a:sym typeface="Readex Pro"/>
              </a:rPr>
              <a:t>31</a:t>
            </a:r>
            <a:endParaRPr/>
          </a:p>
        </p:txBody>
      </p:sp>
      <p:sp>
        <p:nvSpPr>
          <p:cNvPr id="609" name="Google Shape;609;p15"/>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ديوان</a:t>
            </a:r>
            <a:endParaRPr/>
          </a:p>
        </p:txBody>
      </p:sp>
      <p:sp>
        <p:nvSpPr>
          <p:cNvPr id="610" name="Google Shape;610;p15"/>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مجموعة سنية مسندة</a:t>
            </a:r>
            <a:endParaRPr/>
          </a:p>
        </p:txBody>
      </p:sp>
      <p:sp>
        <p:nvSpPr>
          <p:cNvPr id="611" name="Google Shape;611;p15"/>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4400">
                <a:solidFill>
                  <a:srgbClr val="2EF2C2"/>
                </a:solidFill>
                <a:latin typeface="Readex Pro"/>
                <a:ea typeface="Readex Pro"/>
                <a:cs typeface="Readex Pro"/>
                <a:sym typeface="Readex Pro"/>
              </a:rPr>
              <a:t>274,597</a:t>
            </a:r>
            <a:endParaRPr/>
          </a:p>
        </p:txBody>
      </p:sp>
      <p:sp>
        <p:nvSpPr>
          <p:cNvPr id="612" name="Google Shape;612;p15"/>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حديث وأثر</a:t>
            </a:r>
            <a:endParaRPr/>
          </a:p>
        </p:txBody>
      </p:sp>
      <p:sp>
        <p:nvSpPr>
          <p:cNvPr id="613" name="Google Shape;613;p15"/>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مفهرس للبحث</a:t>
            </a:r>
            <a:endParaRPr/>
          </a:p>
        </p:txBody>
      </p:sp>
      <p:sp>
        <p:nvSpPr>
          <p:cNvPr id="614" name="Google Shape;614;p15"/>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4400">
                <a:solidFill>
                  <a:srgbClr val="2EF2C2"/>
                </a:solidFill>
                <a:latin typeface="Readex Pro"/>
                <a:ea typeface="Readex Pro"/>
                <a:cs typeface="Readex Pro"/>
                <a:sym typeface="Readex Pro"/>
              </a:rPr>
              <a:t>1,217,978</a:t>
            </a:r>
            <a:endParaRPr/>
          </a:p>
        </p:txBody>
      </p:sp>
      <p:sp>
        <p:nvSpPr>
          <p:cNvPr id="615" name="Google Shape;615;p15"/>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رابط إسناد</a:t>
            </a:r>
            <a:endParaRPr/>
          </a:p>
        </p:txBody>
      </p:sp>
      <p:sp>
        <p:nvSpPr>
          <p:cNvPr id="616" name="Google Shape;616;p15"/>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شيخ ← تلميذ</a:t>
            </a:r>
            <a:endParaRPr/>
          </a:p>
        </p:txBody>
      </p:sp>
      <p:sp>
        <p:nvSpPr>
          <p:cNvPr id="617" name="Google Shape;617;p15"/>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4400">
                <a:solidFill>
                  <a:srgbClr val="2EF2C2"/>
                </a:solidFill>
                <a:latin typeface="Readex Pro"/>
                <a:ea typeface="Readex Pro"/>
                <a:cs typeface="Readex Pro"/>
                <a:sym typeface="Readex Pro"/>
              </a:rPr>
              <a:t>23,502</a:t>
            </a:r>
            <a:endParaRPr/>
          </a:p>
        </p:txBody>
      </p:sp>
      <p:sp>
        <p:nvSpPr>
          <p:cNvPr id="618" name="Google Shape;618;p15"/>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راوٍ</a:t>
            </a:r>
            <a:endParaRPr/>
          </a:p>
        </p:txBody>
      </p:sp>
      <p:sp>
        <p:nvSpPr>
          <p:cNvPr id="619" name="Google Shape;619;p15"/>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مرتبط بأقوال العلماء حيث تتوفر</a:t>
            </a:r>
            <a:endParaRPr/>
          </a:p>
        </p:txBody>
      </p:sp>
      <p:sp>
        <p:nvSpPr>
          <p:cNvPr id="620" name="Google Shape;620;p15"/>
          <p:cNvSpPr txBox="1"/>
          <p:nvPr>
            <p:ph idx="18" type="body"/>
          </p:nvPr>
        </p:nvSpPr>
        <p:spPr>
          <a:xfrm>
            <a:off x="8381075" y="8763000"/>
            <a:ext cx="8459100" cy="476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المصدر: قاعدة بيانات المشروع، مبنية من المكتبة الشاملة</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497" name="Shape 497"/>
        <p:cNvGrpSpPr/>
        <p:nvPr/>
      </p:nvGrpSpPr>
      <p:grpSpPr>
        <a:xfrm>
          <a:off x="0" y="0"/>
          <a:ext cx="0" cy="0"/>
          <a:chOff x="0" y="0"/>
          <a:chExt cx="0" cy="0"/>
        </a:xfrm>
      </p:grpSpPr>
      <p:pic>
        <p:nvPicPr>
          <p:cNvPr id="498" name="Google Shape;498;p9"/>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499" name="Google Shape;499;p9"/>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500" name="Google Shape;500;p9"/>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التقنيات</a:t>
            </a:r>
            <a:endParaRPr/>
          </a:p>
        </p:txBody>
      </p:sp>
      <p:sp>
        <p:nvSpPr>
          <p:cNvPr id="501" name="Google Shape;501;p9"/>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التقنيات المستخدمة</a:t>
            </a:r>
            <a:endParaRPr/>
          </a:p>
        </p:txBody>
      </p:sp>
      <p:sp>
        <p:nvSpPr>
          <p:cNvPr id="502" name="Google Shape;502;p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503" name="Google Shape;503;p9"/>
          <p:cNvSpPr txBox="1"/>
          <p:nvPr>
            <p:ph idx="2" type="body"/>
          </p:nvPr>
        </p:nvSpPr>
        <p:spPr>
          <a:xfrm>
            <a:off x="12077700" y="3857625"/>
            <a:ext cx="4476900" cy="7239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01</a:t>
            </a:r>
            <a:endParaRPr/>
          </a:p>
        </p:txBody>
      </p:sp>
      <p:sp>
        <p:nvSpPr>
          <p:cNvPr id="504" name="Google Shape;504;p9"/>
          <p:cNvSpPr txBox="1"/>
          <p:nvPr>
            <p:ph idx="3" type="body"/>
          </p:nvPr>
        </p:nvSpPr>
        <p:spPr>
          <a:xfrm>
            <a:off x="12077700" y="4724400"/>
            <a:ext cx="4476900" cy="619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F2F4FF"/>
                </a:solidFill>
                <a:latin typeface="Readex Pro"/>
                <a:ea typeface="Readex Pro"/>
                <a:cs typeface="Readex Pro"/>
                <a:sym typeface="Readex Pro"/>
              </a:rPr>
              <a:t>واجهة المستخدم</a:t>
            </a:r>
            <a:endParaRPr/>
          </a:p>
        </p:txBody>
      </p:sp>
      <p:sp>
        <p:nvSpPr>
          <p:cNvPr id="505" name="Google Shape;505;p9"/>
          <p:cNvSpPr txBox="1"/>
          <p:nvPr>
            <p:ph idx="4" type="body"/>
          </p:nvPr>
        </p:nvSpPr>
        <p:spPr>
          <a:xfrm>
            <a:off x="12077700" y="5419725"/>
            <a:ext cx="4476900" cy="781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Next.js وReact وTypeScript</a:t>
            </a:r>
            <a:endParaRPr/>
          </a:p>
        </p:txBody>
      </p:sp>
      <p:sp>
        <p:nvSpPr>
          <p:cNvPr id="506" name="Google Shape;506;p9"/>
          <p:cNvSpPr txBox="1"/>
          <p:nvPr>
            <p:ph idx="5" type="body"/>
          </p:nvPr>
        </p:nvSpPr>
        <p:spPr>
          <a:xfrm>
            <a:off x="6743700" y="3857625"/>
            <a:ext cx="4476900" cy="7239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02</a:t>
            </a:r>
            <a:endParaRPr/>
          </a:p>
        </p:txBody>
      </p:sp>
      <p:sp>
        <p:nvSpPr>
          <p:cNvPr id="507" name="Google Shape;507;p9"/>
          <p:cNvSpPr txBox="1"/>
          <p:nvPr>
            <p:ph idx="6" type="body"/>
          </p:nvPr>
        </p:nvSpPr>
        <p:spPr>
          <a:xfrm>
            <a:off x="6743700" y="4724400"/>
            <a:ext cx="4476900" cy="619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F2F4FF"/>
                </a:solidFill>
                <a:latin typeface="Readex Pro"/>
                <a:ea typeface="Readex Pro"/>
                <a:cs typeface="Readex Pro"/>
                <a:sym typeface="Readex Pro"/>
              </a:rPr>
              <a:t>رسم الأسانيد</a:t>
            </a:r>
            <a:endParaRPr/>
          </a:p>
        </p:txBody>
      </p:sp>
      <p:sp>
        <p:nvSpPr>
          <p:cNvPr id="508" name="Google Shape;508;p9"/>
          <p:cNvSpPr txBox="1"/>
          <p:nvPr>
            <p:ph idx="7" type="body"/>
          </p:nvPr>
        </p:nvSpPr>
        <p:spPr>
          <a:xfrm>
            <a:off x="6743700" y="5419725"/>
            <a:ext cx="4476900" cy="781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lang="ar-SA" sz="2250">
                <a:solidFill>
                  <a:srgbClr val="CBCFE6"/>
                </a:solidFill>
                <a:latin typeface="Readex Pro Light"/>
                <a:ea typeface="Readex Pro Light"/>
                <a:cs typeface="Readex Pro Light"/>
                <a:sym typeface="Readex Pro Light"/>
              </a:rPr>
              <a:t>React Flow مع ELK للتخطيط</a:t>
            </a:r>
            <a:endParaRPr>
              <a:latin typeface="Readex Pro Light"/>
              <a:ea typeface="Readex Pro Light"/>
              <a:cs typeface="Readex Pro Light"/>
              <a:sym typeface="Readex Pro Light"/>
            </a:endParaRPr>
          </a:p>
        </p:txBody>
      </p:sp>
      <p:sp>
        <p:nvSpPr>
          <p:cNvPr id="509" name="Google Shape;509;p9"/>
          <p:cNvSpPr txBox="1"/>
          <p:nvPr>
            <p:ph idx="8" type="body"/>
          </p:nvPr>
        </p:nvSpPr>
        <p:spPr>
          <a:xfrm>
            <a:off x="1409700" y="3857625"/>
            <a:ext cx="4476900" cy="7239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03</a:t>
            </a:r>
            <a:endParaRPr/>
          </a:p>
        </p:txBody>
      </p:sp>
      <p:sp>
        <p:nvSpPr>
          <p:cNvPr id="510" name="Google Shape;510;p9"/>
          <p:cNvSpPr txBox="1"/>
          <p:nvPr>
            <p:ph idx="9" type="body"/>
          </p:nvPr>
        </p:nvSpPr>
        <p:spPr>
          <a:xfrm>
            <a:off x="1409700" y="4724400"/>
            <a:ext cx="4476900" cy="619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F2F4FF"/>
                </a:solidFill>
                <a:latin typeface="Readex Pro"/>
                <a:ea typeface="Readex Pro"/>
                <a:cs typeface="Readex Pro"/>
                <a:sym typeface="Readex Pro"/>
              </a:rPr>
              <a:t>الخادم</a:t>
            </a:r>
            <a:endParaRPr/>
          </a:p>
        </p:txBody>
      </p:sp>
      <p:sp>
        <p:nvSpPr>
          <p:cNvPr id="511" name="Google Shape;511;p9"/>
          <p:cNvSpPr txBox="1"/>
          <p:nvPr>
            <p:ph idx="13" type="body"/>
          </p:nvPr>
        </p:nvSpPr>
        <p:spPr>
          <a:xfrm>
            <a:off x="1409700" y="5419725"/>
            <a:ext cx="4476900" cy="781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lang="ar-SA" sz="2250">
                <a:solidFill>
                  <a:srgbClr val="CBCFE6"/>
                </a:solidFill>
                <a:latin typeface="Readex Pro Light"/>
                <a:ea typeface="Readex Pro Light"/>
                <a:cs typeface="Readex Pro Light"/>
                <a:sym typeface="Readex Pro Light"/>
              </a:rPr>
              <a:t>‎.NET 9 بمعمارية نظيفة</a:t>
            </a:r>
            <a:endParaRPr>
              <a:latin typeface="Readex Pro Light"/>
              <a:ea typeface="Readex Pro Light"/>
              <a:cs typeface="Readex Pro Light"/>
              <a:sym typeface="Readex Pro Light"/>
            </a:endParaRPr>
          </a:p>
        </p:txBody>
      </p:sp>
      <p:sp>
        <p:nvSpPr>
          <p:cNvPr id="512" name="Google Shape;512;p9"/>
          <p:cNvSpPr txBox="1"/>
          <p:nvPr>
            <p:ph idx="14" type="body"/>
          </p:nvPr>
        </p:nvSpPr>
        <p:spPr>
          <a:xfrm>
            <a:off x="12077700" y="6524625"/>
            <a:ext cx="4476900" cy="7239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04</a:t>
            </a:r>
            <a:endParaRPr/>
          </a:p>
        </p:txBody>
      </p:sp>
      <p:sp>
        <p:nvSpPr>
          <p:cNvPr id="513" name="Google Shape;513;p9"/>
          <p:cNvSpPr txBox="1"/>
          <p:nvPr>
            <p:ph idx="15" type="body"/>
          </p:nvPr>
        </p:nvSpPr>
        <p:spPr>
          <a:xfrm>
            <a:off x="12077700" y="7391400"/>
            <a:ext cx="4476900" cy="619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F2F4FF"/>
                </a:solidFill>
                <a:latin typeface="Readex Pro"/>
                <a:ea typeface="Readex Pro"/>
                <a:cs typeface="Readex Pro"/>
                <a:sym typeface="Readex Pro"/>
              </a:rPr>
              <a:t>قاعدة البيانات</a:t>
            </a:r>
            <a:endParaRPr/>
          </a:p>
        </p:txBody>
      </p:sp>
      <p:sp>
        <p:nvSpPr>
          <p:cNvPr id="514" name="Google Shape;514;p9"/>
          <p:cNvSpPr txBox="1"/>
          <p:nvPr>
            <p:ph idx="16" type="body"/>
          </p:nvPr>
        </p:nvSpPr>
        <p:spPr>
          <a:xfrm>
            <a:off x="12077700" y="8086725"/>
            <a:ext cx="4476900" cy="781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lang="ar-SA" sz="2250">
                <a:solidFill>
                  <a:srgbClr val="CBCFE6"/>
                </a:solidFill>
                <a:latin typeface="Readex Pro Light"/>
                <a:ea typeface="Readex Pro Light"/>
                <a:cs typeface="Readex Pro Light"/>
                <a:sym typeface="Readex Pro Light"/>
              </a:rPr>
              <a:t>SQL Server وEF Core</a:t>
            </a:r>
            <a:endParaRPr>
              <a:latin typeface="Readex Pro Light"/>
              <a:ea typeface="Readex Pro Light"/>
              <a:cs typeface="Readex Pro Light"/>
              <a:sym typeface="Readex Pro Light"/>
            </a:endParaRPr>
          </a:p>
        </p:txBody>
      </p:sp>
      <p:sp>
        <p:nvSpPr>
          <p:cNvPr id="515" name="Google Shape;515;p9"/>
          <p:cNvSpPr txBox="1"/>
          <p:nvPr>
            <p:ph idx="17" type="body"/>
          </p:nvPr>
        </p:nvSpPr>
        <p:spPr>
          <a:xfrm>
            <a:off x="6743700" y="6524625"/>
            <a:ext cx="4476900" cy="7239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05</a:t>
            </a:r>
            <a:endParaRPr/>
          </a:p>
        </p:txBody>
      </p:sp>
      <p:sp>
        <p:nvSpPr>
          <p:cNvPr id="516" name="Google Shape;516;p9"/>
          <p:cNvSpPr txBox="1"/>
          <p:nvPr>
            <p:ph idx="18" type="body"/>
          </p:nvPr>
        </p:nvSpPr>
        <p:spPr>
          <a:xfrm>
            <a:off x="6743700" y="7391400"/>
            <a:ext cx="4476900" cy="619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F2F4FF"/>
                </a:solidFill>
                <a:latin typeface="Readex Pro"/>
                <a:ea typeface="Readex Pro"/>
                <a:cs typeface="Readex Pro"/>
                <a:sym typeface="Readex Pro"/>
              </a:rPr>
              <a:t>الذكاء الاصطناعي</a:t>
            </a:r>
            <a:endParaRPr/>
          </a:p>
        </p:txBody>
      </p:sp>
      <p:sp>
        <p:nvSpPr>
          <p:cNvPr id="517" name="Google Shape;517;p9"/>
          <p:cNvSpPr txBox="1"/>
          <p:nvPr>
            <p:ph idx="19" type="body"/>
          </p:nvPr>
        </p:nvSpPr>
        <p:spPr>
          <a:xfrm>
            <a:off x="6743700" y="8086725"/>
            <a:ext cx="4476900" cy="781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lang="ar-SA" sz="2250">
                <a:solidFill>
                  <a:srgbClr val="CBCFE6"/>
                </a:solidFill>
                <a:latin typeface="Readex Pro Light"/>
                <a:ea typeface="Readex Pro Light"/>
                <a:cs typeface="Readex Pro Light"/>
                <a:sym typeface="Readex Pro Light"/>
              </a:rPr>
              <a:t>Semantic Kernel مع Together (وGemini احتياطاً)</a:t>
            </a:r>
            <a:endParaRPr>
              <a:latin typeface="Readex Pro Light"/>
              <a:ea typeface="Readex Pro Light"/>
              <a:cs typeface="Readex Pro Light"/>
              <a:sym typeface="Readex Pro Light"/>
            </a:endParaRPr>
          </a:p>
        </p:txBody>
      </p:sp>
      <p:sp>
        <p:nvSpPr>
          <p:cNvPr id="518" name="Google Shape;518;p9"/>
          <p:cNvSpPr txBox="1"/>
          <p:nvPr>
            <p:ph idx="20" type="body"/>
          </p:nvPr>
        </p:nvSpPr>
        <p:spPr>
          <a:xfrm>
            <a:off x="1409700" y="6524625"/>
            <a:ext cx="4476900" cy="7239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06</a:t>
            </a:r>
            <a:endParaRPr/>
          </a:p>
        </p:txBody>
      </p:sp>
      <p:sp>
        <p:nvSpPr>
          <p:cNvPr id="519" name="Google Shape;519;p9"/>
          <p:cNvSpPr txBox="1"/>
          <p:nvPr>
            <p:ph idx="21" type="body"/>
          </p:nvPr>
        </p:nvSpPr>
        <p:spPr>
          <a:xfrm>
            <a:off x="1409700" y="7391400"/>
            <a:ext cx="4476900" cy="619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F2F4FF"/>
                </a:solidFill>
                <a:latin typeface="Readex Pro"/>
                <a:ea typeface="Readex Pro"/>
                <a:cs typeface="Readex Pro"/>
                <a:sym typeface="Readex Pro"/>
              </a:rPr>
              <a:t>الجودة</a:t>
            </a:r>
            <a:endParaRPr/>
          </a:p>
        </p:txBody>
      </p:sp>
      <p:sp>
        <p:nvSpPr>
          <p:cNvPr id="520" name="Google Shape;520;p9"/>
          <p:cNvSpPr txBox="1"/>
          <p:nvPr>
            <p:ph idx="22" type="body"/>
          </p:nvPr>
        </p:nvSpPr>
        <p:spPr>
          <a:xfrm>
            <a:off x="1409700" y="8086725"/>
            <a:ext cx="4476900" cy="781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lang="ar-SA" sz="2250">
                <a:solidFill>
                  <a:srgbClr val="CBCFE6"/>
                </a:solidFill>
                <a:latin typeface="Readex Pro Light"/>
                <a:ea typeface="Readex Pro Light"/>
                <a:cs typeface="Readex Pro Light"/>
                <a:sym typeface="Readex Pro Light"/>
              </a:rPr>
              <a:t>xUnit وPlaywright وفحص إتاحة</a:t>
            </a:r>
            <a:endParaRPr>
              <a:latin typeface="Readex Pro Light"/>
              <a:ea typeface="Readex Pro Light"/>
              <a:cs typeface="Readex Pro Light"/>
              <a:sym typeface="Readex Pr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36" name="Shape 636"/>
        <p:cNvGrpSpPr/>
        <p:nvPr/>
      </p:nvGrpSpPr>
      <p:grpSpPr>
        <a:xfrm>
          <a:off x="0" y="0"/>
          <a:ext cx="0" cy="0"/>
          <a:chOff x="0" y="0"/>
          <a:chExt cx="0" cy="0"/>
        </a:xfrm>
      </p:grpSpPr>
      <p:pic>
        <p:nvPicPr>
          <p:cNvPr id="637" name="Google Shape;637;p17"/>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638" name="Google Shape;638;p1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39" name="Google Shape;639;p1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القياس</a:t>
            </a:r>
            <a:endParaRPr/>
          </a:p>
        </p:txBody>
      </p:sp>
      <p:sp>
        <p:nvSpPr>
          <p:cNvPr id="640" name="Google Shape;640;p1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كيف نقيس النجاح</a:t>
            </a:r>
            <a:endParaRPr/>
          </a:p>
        </p:txBody>
      </p:sp>
      <p:sp>
        <p:nvSpPr>
          <p:cNvPr id="641" name="Google Shape;641;p1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ما نُفِّذ وما هو مخطَّط، بوضوح</a:t>
            </a:r>
            <a:endParaRPr/>
          </a:p>
        </p:txBody>
      </p:sp>
      <p:sp>
        <p:nvSpPr>
          <p:cNvPr id="642" name="Google Shape;642;p1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graphicFrame>
        <p:nvGraphicFramePr>
          <p:cNvPr id="643" name="Google Shape;643;p17"/>
          <p:cNvGraphicFramePr/>
          <p:nvPr/>
        </p:nvGraphicFramePr>
        <p:xfrm>
          <a:off x="131445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النتيجة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الحالة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طريقة القياس</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المؤشر</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مخطَّط</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مقارنة بمجموعة مرجعية من أحكام أئمة العلل</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دقة قواعد فحص العلل</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10 من 10</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منفَّذ</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اختبارات آلية على منطق الخلاف وحالة الدليل</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عرض الخلاف وحالة الدليل</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0 مخالفات</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منفَّذ</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فحص axe-core (WCAG 2.1 AA) لأربع صفحات رئيسية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الإتاحة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مخطَّط</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اختبار مع 3 إلى 5 مستخدمين (SEQ وSUS)</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سهولة الاستخدام</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bl>
          </a:graphicData>
        </a:graphic>
      </p:graphicFrame>
      <p:sp>
        <p:nvSpPr>
          <p:cNvPr id="644" name="Google Shape;644;p17"/>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الأرقام المعروضة نتائج فعلية، وكل بند «مخطَّط» لم يُنفَّذ بعد</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49" name="Shape 649"/>
        <p:cNvGrpSpPr/>
        <p:nvPr/>
      </p:nvGrpSpPr>
      <p:grpSpPr>
        <a:xfrm>
          <a:off x="0" y="0"/>
          <a:ext cx="0" cy="0"/>
          <a:chOff x="0" y="0"/>
          <a:chExt cx="0" cy="0"/>
        </a:xfrm>
      </p:grpSpPr>
      <p:pic>
        <p:nvPicPr>
          <p:cNvPr id="650" name="Google Shape;650;p18"/>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sp>
        <p:nvSpPr>
          <p:cNvPr id="651" name="Google Shape;651;p1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52" name="Google Shape;652;p1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الاستمرار</a:t>
            </a:r>
            <a:endParaRPr/>
          </a:p>
        </p:txBody>
      </p:sp>
      <p:sp>
        <p:nvSpPr>
          <p:cNvPr id="653" name="Google Shape;653;p1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خطة الاستمرار</a:t>
            </a:r>
            <a:endParaRPr/>
          </a:p>
        </p:txBody>
      </p:sp>
      <p:sp>
        <p:nvSpPr>
          <p:cNvPr id="654" name="Google Shape;654;p1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الأولويات بعد التسليم</a:t>
            </a:r>
            <a:endParaRPr/>
          </a:p>
        </p:txBody>
      </p:sp>
      <p:sp>
        <p:nvSpPr>
          <p:cNvPr id="655" name="Google Shape;655;p18"/>
          <p:cNvSpPr txBox="1"/>
          <p:nvPr>
            <p:ph idx="3" type="body"/>
          </p:nvPr>
        </p:nvSpPr>
        <p:spPr>
          <a:xfrm>
            <a:off x="139827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01</a:t>
            </a:r>
            <a:endParaRPr/>
          </a:p>
        </p:txBody>
      </p:sp>
      <p:sp>
        <p:nvSpPr>
          <p:cNvPr id="656" name="Google Shape;656;p18"/>
          <p:cNvSpPr txBox="1"/>
          <p:nvPr>
            <p:ph idx="4" type="body"/>
          </p:nvPr>
        </p:nvSpPr>
        <p:spPr>
          <a:xfrm>
            <a:off x="139827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التسليم</a:t>
            </a:r>
            <a:endParaRPr/>
          </a:p>
        </p:txBody>
      </p:sp>
      <p:sp>
        <p:nvSpPr>
          <p:cNvPr id="657" name="Google Shape;657;p18"/>
          <p:cNvSpPr txBox="1"/>
          <p:nvPr>
            <p:ph idx="5" type="body"/>
          </p:nvPr>
        </p:nvSpPr>
        <p:spPr>
          <a:xfrm>
            <a:off x="139827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6 أكتوبر 2026</a:t>
            </a:r>
            <a:endParaRPr/>
          </a:p>
        </p:txBody>
      </p:sp>
      <p:sp>
        <p:nvSpPr>
          <p:cNvPr id="658" name="Google Shape;658;p18"/>
          <p:cNvSpPr txBox="1"/>
          <p:nvPr>
            <p:ph idx="6" type="body"/>
          </p:nvPr>
        </p:nvSpPr>
        <p:spPr>
          <a:xfrm>
            <a:off x="139827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حل يعمل ورابط حي ومستودع</a:t>
            </a:r>
            <a:endParaRPr/>
          </a:p>
        </p:txBody>
      </p:sp>
      <p:sp>
        <p:nvSpPr>
          <p:cNvPr id="659" name="Google Shape;659;p18"/>
          <p:cNvSpPr txBox="1"/>
          <p:nvPr>
            <p:ph idx="7" type="body"/>
          </p:nvPr>
        </p:nvSpPr>
        <p:spPr>
          <a:xfrm>
            <a:off x="1083945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02</a:t>
            </a:r>
            <a:endParaRPr/>
          </a:p>
        </p:txBody>
      </p:sp>
      <p:sp>
        <p:nvSpPr>
          <p:cNvPr id="660" name="Google Shape;660;p18"/>
          <p:cNvSpPr txBox="1"/>
          <p:nvPr>
            <p:ph idx="8" type="body"/>
          </p:nvPr>
        </p:nvSpPr>
        <p:spPr>
          <a:xfrm>
            <a:off x="1083945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قياس الدقة</a:t>
            </a:r>
            <a:endParaRPr/>
          </a:p>
        </p:txBody>
      </p:sp>
      <p:sp>
        <p:nvSpPr>
          <p:cNvPr id="661" name="Google Shape;661;p18"/>
          <p:cNvSpPr txBox="1"/>
          <p:nvPr>
            <p:ph idx="9" type="body"/>
          </p:nvPr>
        </p:nvSpPr>
        <p:spPr>
          <a:xfrm>
            <a:off x="1083945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بعد التسليم</a:t>
            </a:r>
            <a:endParaRPr/>
          </a:p>
        </p:txBody>
      </p:sp>
      <p:sp>
        <p:nvSpPr>
          <p:cNvPr id="662" name="Google Shape;662;p18"/>
          <p:cNvSpPr txBox="1"/>
          <p:nvPr>
            <p:ph idx="13" type="body"/>
          </p:nvPr>
        </p:nvSpPr>
        <p:spPr>
          <a:xfrm>
            <a:off x="1083945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مجموعة مرجعية لقواعد العلل</a:t>
            </a:r>
            <a:endParaRPr/>
          </a:p>
        </p:txBody>
      </p:sp>
      <p:sp>
        <p:nvSpPr>
          <p:cNvPr id="663" name="Google Shape;663;p18"/>
          <p:cNvSpPr txBox="1"/>
          <p:nvPr>
            <p:ph idx="14" type="body"/>
          </p:nvPr>
        </p:nvSpPr>
        <p:spPr>
          <a:xfrm>
            <a:off x="76962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03</a:t>
            </a:r>
            <a:endParaRPr/>
          </a:p>
        </p:txBody>
      </p:sp>
      <p:sp>
        <p:nvSpPr>
          <p:cNvPr id="664" name="Google Shape;664;p18"/>
          <p:cNvSpPr txBox="1"/>
          <p:nvPr>
            <p:ph idx="15" type="body"/>
          </p:nvPr>
        </p:nvSpPr>
        <p:spPr>
          <a:xfrm>
            <a:off x="76962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الاختبار</a:t>
            </a:r>
            <a:endParaRPr/>
          </a:p>
        </p:txBody>
      </p:sp>
      <p:sp>
        <p:nvSpPr>
          <p:cNvPr id="665" name="Google Shape;665;p18"/>
          <p:cNvSpPr txBox="1"/>
          <p:nvPr>
            <p:ph idx="16" type="body"/>
          </p:nvPr>
        </p:nvSpPr>
        <p:spPr>
          <a:xfrm>
            <a:off x="76962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بعد التسليم</a:t>
            </a:r>
            <a:endParaRPr/>
          </a:p>
        </p:txBody>
      </p:sp>
      <p:sp>
        <p:nvSpPr>
          <p:cNvPr id="666" name="Google Shape;666;p18"/>
          <p:cNvSpPr txBox="1"/>
          <p:nvPr>
            <p:ph idx="17" type="body"/>
          </p:nvPr>
        </p:nvSpPr>
        <p:spPr>
          <a:xfrm>
            <a:off x="76962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اختبار مستخدمين وتحسينات موثقة</a:t>
            </a:r>
            <a:endParaRPr/>
          </a:p>
        </p:txBody>
      </p:sp>
      <p:sp>
        <p:nvSpPr>
          <p:cNvPr id="667" name="Google Shape;667;p18"/>
          <p:cNvSpPr txBox="1"/>
          <p:nvPr>
            <p:ph idx="18" type="body"/>
          </p:nvPr>
        </p:nvSpPr>
        <p:spPr>
          <a:xfrm>
            <a:off x="455295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04</a:t>
            </a:r>
            <a:endParaRPr/>
          </a:p>
        </p:txBody>
      </p:sp>
      <p:sp>
        <p:nvSpPr>
          <p:cNvPr id="668" name="Google Shape;668;p18"/>
          <p:cNvSpPr txBox="1"/>
          <p:nvPr>
            <p:ph idx="19" type="body"/>
          </p:nvPr>
        </p:nvSpPr>
        <p:spPr>
          <a:xfrm>
            <a:off x="455295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الإتاحة</a:t>
            </a:r>
            <a:endParaRPr/>
          </a:p>
        </p:txBody>
      </p:sp>
      <p:sp>
        <p:nvSpPr>
          <p:cNvPr id="669" name="Google Shape;669;p18"/>
          <p:cNvSpPr txBox="1"/>
          <p:nvPr>
            <p:ph idx="20" type="body"/>
          </p:nvPr>
        </p:nvSpPr>
        <p:spPr>
          <a:xfrm>
            <a:off x="455295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بعد التسليم</a:t>
            </a:r>
            <a:endParaRPr/>
          </a:p>
        </p:txBody>
      </p:sp>
      <p:sp>
        <p:nvSpPr>
          <p:cNvPr id="670" name="Google Shape;670;p18"/>
          <p:cNvSpPr txBox="1"/>
          <p:nvPr>
            <p:ph idx="21" type="body"/>
          </p:nvPr>
        </p:nvSpPr>
        <p:spPr>
          <a:xfrm>
            <a:off x="455295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بديل نصي لرسم الشجرة</a:t>
            </a:r>
            <a:endParaRPr/>
          </a:p>
        </p:txBody>
      </p:sp>
      <p:sp>
        <p:nvSpPr>
          <p:cNvPr id="671" name="Google Shape;671;p18"/>
          <p:cNvSpPr txBox="1"/>
          <p:nvPr>
            <p:ph idx="22" type="body"/>
          </p:nvPr>
        </p:nvSpPr>
        <p:spPr>
          <a:xfrm>
            <a:off x="14097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05</a:t>
            </a:r>
            <a:endParaRPr/>
          </a:p>
        </p:txBody>
      </p:sp>
      <p:sp>
        <p:nvSpPr>
          <p:cNvPr id="672" name="Google Shape;672;p18"/>
          <p:cNvSpPr txBox="1"/>
          <p:nvPr>
            <p:ph idx="23" type="body"/>
          </p:nvPr>
        </p:nvSpPr>
        <p:spPr>
          <a:xfrm>
            <a:off x="14097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المراجعة</a:t>
            </a:r>
            <a:endParaRPr/>
          </a:p>
        </p:txBody>
      </p:sp>
      <p:sp>
        <p:nvSpPr>
          <p:cNvPr id="673" name="Google Shape;673;p18"/>
          <p:cNvSpPr txBox="1"/>
          <p:nvPr>
            <p:ph idx="24" type="body"/>
          </p:nvPr>
        </p:nvSpPr>
        <p:spPr>
          <a:xfrm>
            <a:off x="14097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بعد التسليم</a:t>
            </a:r>
            <a:endParaRPr/>
          </a:p>
        </p:txBody>
      </p:sp>
      <p:sp>
        <p:nvSpPr>
          <p:cNvPr id="674" name="Google Shape;674;p18"/>
          <p:cNvSpPr txBox="1"/>
          <p:nvPr>
            <p:ph idx="25" type="body"/>
          </p:nvPr>
        </p:nvSpPr>
        <p:spPr>
          <a:xfrm>
            <a:off x="14097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مراجعة شرعية للمصطلحات والحالات</a:t>
            </a:r>
            <a:endParaRPr/>
          </a:p>
        </p:txBody>
      </p:sp>
      <p:cxnSp>
        <p:nvCxnSpPr>
          <p:cNvPr id="675" name="Google Shape;675;p18"/>
          <p:cNvCxnSpPr/>
          <p:nvPr/>
        </p:nvCxnSpPr>
        <p:spPr>
          <a:xfrm rot="10800000">
            <a:off x="13992300" y="4708975"/>
            <a:ext cx="2838300" cy="0"/>
          </a:xfrm>
          <a:prstGeom prst="straightConnector1">
            <a:avLst/>
          </a:prstGeom>
          <a:noFill/>
          <a:ln cap="flat" cmpd="sng" w="76200">
            <a:solidFill>
              <a:srgbClr val="6150EA"/>
            </a:solidFill>
            <a:prstDash val="solid"/>
            <a:round/>
            <a:headEnd len="med" w="med" type="none"/>
            <a:tailEnd len="med" w="med" type="none"/>
          </a:ln>
        </p:spPr>
      </p:cxnSp>
      <p:pic>
        <p:nvPicPr>
          <p:cNvPr id="676" name="Google Shape;676;p1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cxnSp>
        <p:nvCxnSpPr>
          <p:cNvPr id="677" name="Google Shape;677;p18"/>
          <p:cNvCxnSpPr/>
          <p:nvPr/>
        </p:nvCxnSpPr>
        <p:spPr>
          <a:xfrm rot="10800000">
            <a:off x="108300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78" name="Google Shape;678;p18"/>
          <p:cNvCxnSpPr/>
          <p:nvPr/>
        </p:nvCxnSpPr>
        <p:spPr>
          <a:xfrm rot="10800000">
            <a:off x="76677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79" name="Google Shape;679;p18"/>
          <p:cNvCxnSpPr/>
          <p:nvPr/>
        </p:nvCxnSpPr>
        <p:spPr>
          <a:xfrm rot="10800000">
            <a:off x="45054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80" name="Google Shape;680;p18"/>
          <p:cNvCxnSpPr/>
          <p:nvPr/>
        </p:nvCxnSpPr>
        <p:spPr>
          <a:xfrm rot="10800000">
            <a:off x="1343100" y="4708975"/>
            <a:ext cx="2838300" cy="0"/>
          </a:xfrm>
          <a:prstGeom prst="straightConnector1">
            <a:avLst/>
          </a:prstGeom>
          <a:noFill/>
          <a:ln cap="flat" cmpd="sng" w="76200">
            <a:solidFill>
              <a:srgbClr val="6150EA"/>
            </a:solidFill>
            <a:prstDash val="solid"/>
            <a:round/>
            <a:headEnd len="med" w="med" type="none"/>
            <a:tailEnd len="med" w="med" type="none"/>
          </a:ln>
        </p:spPr>
      </p:cxn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0" name="Shape 880"/>
        <p:cNvGrpSpPr/>
        <p:nvPr/>
      </p:nvGrpSpPr>
      <p:grpSpPr>
        <a:xfrm>
          <a:off x="0" y="0"/>
          <a:ext cx="0" cy="0"/>
          <a:chOff x="0" y="0"/>
          <a:chExt cx="0" cy="0"/>
        </a:xfrm>
      </p:grpSpPr>
      <p:pic>
        <p:nvPicPr>
          <p:cNvPr id="881" name="Google Shape;881;p28"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82" name="Google Shape;882;p2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83" name="Google Shape;883;p2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القيمة المضافة</a:t>
            </a:r>
            <a:endParaRPr/>
          </a:p>
        </p:txBody>
      </p:sp>
      <p:sp>
        <p:nvSpPr>
          <p:cNvPr id="884" name="Google Shape;884;p2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مقارنة مع المراجع القائمة</a:t>
            </a:r>
            <a:endParaRPr/>
          </a:p>
        </p:txBody>
      </p:sp>
      <p:sp>
        <p:nvSpPr>
          <p:cNvPr id="885" name="Google Shape;885;p2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نكمّل المراجع ولا نستبدلها</a:t>
            </a:r>
            <a:endParaRPr/>
          </a:p>
        </p:txBody>
      </p:sp>
      <p:sp>
        <p:nvSpPr>
          <p:cNvPr id="886" name="Google Shape;886;p2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887" name="Google Shape;887;p28"/>
          <p:cNvSpPr txBox="1"/>
          <p:nvPr>
            <p:ph idx="3" type="body"/>
          </p:nvPr>
        </p:nvSpPr>
        <p:spPr>
          <a:xfrm>
            <a:off x="9696450" y="3857625"/>
            <a:ext cx="7143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المكتبة الشاملة والدرر السنية</a:t>
            </a:r>
            <a:endParaRPr/>
          </a:p>
        </p:txBody>
      </p:sp>
      <p:sp>
        <p:nvSpPr>
          <p:cNvPr id="888" name="Google Shape;888;p28"/>
          <p:cNvSpPr txBox="1"/>
          <p:nvPr>
            <p:ph idx="4" type="body"/>
          </p:nvPr>
        </p:nvSpPr>
        <p:spPr>
          <a:xfrm>
            <a:off x="9696450" y="4562475"/>
            <a:ext cx="71439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مراجع نصية وأحكام معتمدة</a:t>
            </a:r>
            <a:endParaRPr/>
          </a:p>
        </p:txBody>
      </p:sp>
      <p:sp>
        <p:nvSpPr>
          <p:cNvPr id="889" name="Google Shape;889;p28"/>
          <p:cNvSpPr txBox="1"/>
          <p:nvPr>
            <p:ph idx="5" type="body"/>
          </p:nvPr>
        </p:nvSpPr>
        <p:spPr>
          <a:xfrm>
            <a:off x="1409700" y="3857625"/>
            <a:ext cx="7143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شجرة الأسانيد الذكية</a:t>
            </a:r>
            <a:endParaRPr/>
          </a:p>
        </p:txBody>
      </p:sp>
      <p:sp>
        <p:nvSpPr>
          <p:cNvPr id="890" name="Google Shape;890;p28"/>
          <p:cNvSpPr txBox="1"/>
          <p:nvPr>
            <p:ph idx="6" type="body"/>
          </p:nvPr>
        </p:nvSpPr>
        <p:spPr>
          <a:xfrm>
            <a:off x="1409700" y="4562475"/>
            <a:ext cx="71439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رسم الإسناد وفحصه</a:t>
            </a:r>
            <a:endParaRPr/>
          </a:p>
        </p:txBody>
      </p:sp>
      <p:sp>
        <p:nvSpPr>
          <p:cNvPr id="891" name="Google Shape;891;p28"/>
          <p:cNvSpPr txBox="1"/>
          <p:nvPr>
            <p:ph idx="7" type="body"/>
          </p:nvPr>
        </p:nvSpPr>
        <p:spPr>
          <a:xfrm>
            <a:off x="9696450" y="5905500"/>
            <a:ext cx="7143900" cy="2952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الميزة: نصوص كاملة وأحكام مرجعية موثوقة</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القيد: السند يُقرأ نصاً، وجمع الطرق ومقارنتها جهد يدوي</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يناسب: الرجوع إلى النص والحكم المعتمد</a:t>
            </a:r>
            <a:endParaRPr/>
          </a:p>
        </p:txBody>
      </p:sp>
      <p:sp>
        <p:nvSpPr>
          <p:cNvPr id="892" name="Google Shape;892;p28"/>
          <p:cNvSpPr txBox="1"/>
          <p:nvPr>
            <p:ph idx="8" type="body"/>
          </p:nvPr>
        </p:nvSpPr>
        <p:spPr>
          <a:xfrm>
            <a:off x="1409700" y="5905500"/>
            <a:ext cx="7143900" cy="2952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الميزة: رسم الأسانيد عبر الدواوين وفحص العلل</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القيد: لا تُصدر حكماً ولا تغني عن المصادر</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يناسب: التحقق الأولي ومقارنة الطرق قبل الرجوع للحكم</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5" name="Shape 685"/>
        <p:cNvGrpSpPr/>
        <p:nvPr/>
      </p:nvGrpSpPr>
      <p:grpSpPr>
        <a:xfrm>
          <a:off x="0" y="0"/>
          <a:ext cx="0" cy="0"/>
          <a:chOff x="0" y="0"/>
          <a:chExt cx="0" cy="0"/>
        </a:xfrm>
      </p:grpSpPr>
      <p:pic>
        <p:nvPicPr>
          <p:cNvPr id="686" name="Google Shape;686;p19"/>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pic>
        <p:nvPicPr>
          <p:cNvPr id="687" name="Google Shape;687;p19"/>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88" name="Google Shape;688;p19"/>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الفريق</a:t>
            </a:r>
            <a:endParaRPr/>
          </a:p>
        </p:txBody>
      </p:sp>
      <p:sp>
        <p:nvSpPr>
          <p:cNvPr id="689" name="Google Shape;689;p19"/>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فريق العمل</a:t>
            </a:r>
            <a:endParaRPr/>
          </a:p>
        </p:txBody>
      </p:sp>
      <p:sp>
        <p:nvSpPr>
          <p:cNvPr id="690" name="Google Shape;690;p19"/>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المسار 04 · أدوات المعرفة والتحقق</a:t>
            </a:r>
            <a:endParaRPr/>
          </a:p>
        </p:txBody>
      </p:sp>
      <p:sp>
        <p:nvSpPr>
          <p:cNvPr id="691" name="Google Shape;691;p1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92" name="Google Shape;692;p19"/>
          <p:cNvSpPr/>
          <p:nvPr>
            <p:ph idx="3" type="pic"/>
          </p:nvPr>
        </p:nvSpPr>
        <p:spPr>
          <a:xfrm>
            <a:off x="14192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3" name="Google Shape;693;p19"/>
          <p:cNvSpPr txBox="1"/>
          <p:nvPr>
            <p:ph idx="4" type="body"/>
          </p:nvPr>
        </p:nvSpPr>
        <p:spPr>
          <a:xfrm>
            <a:off x="1371600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Abdelrahman Alaa Mohamed</a:t>
            </a:r>
            <a:endParaRPr/>
          </a:p>
        </p:txBody>
      </p:sp>
      <p:sp>
        <p:nvSpPr>
          <p:cNvPr id="694" name="Google Shape;694;p19"/>
          <p:cNvSpPr txBox="1"/>
          <p:nvPr>
            <p:ph idx="5" type="body"/>
          </p:nvPr>
        </p:nvSpPr>
        <p:spPr>
          <a:xfrm>
            <a:off x="1371600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قائد الفريق · الذكاء الاصطناعي وقواعد العلل</a:t>
            </a:r>
            <a:endParaRPr/>
          </a:p>
        </p:txBody>
      </p:sp>
      <p:sp>
        <p:nvSpPr>
          <p:cNvPr id="695" name="Google Shape;695;p19"/>
          <p:cNvSpPr/>
          <p:nvPr>
            <p:ph idx="6" type="pic"/>
          </p:nvPr>
        </p:nvSpPr>
        <p:spPr>
          <a:xfrm>
            <a:off x="10191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6" name="Google Shape;696;p19"/>
          <p:cNvSpPr txBox="1"/>
          <p:nvPr>
            <p:ph idx="7" type="body"/>
          </p:nvPr>
        </p:nvSpPr>
        <p:spPr>
          <a:xfrm>
            <a:off x="971550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Abdelrahman Alaa Mohamed</a:t>
            </a:r>
            <a:endParaRPr/>
          </a:p>
        </p:txBody>
      </p:sp>
      <p:sp>
        <p:nvSpPr>
          <p:cNvPr id="697" name="Google Shape;697;p19"/>
          <p:cNvSpPr txBox="1"/>
          <p:nvPr>
            <p:ph idx="8" type="body"/>
          </p:nvPr>
        </p:nvSpPr>
        <p:spPr>
          <a:xfrm>
            <a:off x="971550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الواجهات والخادم والبيانات</a:t>
            </a:r>
            <a:endParaRPr/>
          </a:p>
        </p:txBody>
      </p:sp>
      <p:sp>
        <p:nvSpPr>
          <p:cNvPr id="698" name="Google Shape;698;p19"/>
          <p:cNvSpPr/>
          <p:nvPr>
            <p:ph idx="9" type="pic"/>
          </p:nvPr>
        </p:nvSpPr>
        <p:spPr>
          <a:xfrm>
            <a:off x="6191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9" name="Google Shape;699;p19"/>
          <p:cNvSpPr txBox="1"/>
          <p:nvPr>
            <p:ph idx="13" type="body"/>
          </p:nvPr>
        </p:nvSpPr>
        <p:spPr>
          <a:xfrm>
            <a:off x="571500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مراجعة مخطَّطة</a:t>
            </a:r>
            <a:endParaRPr/>
          </a:p>
        </p:txBody>
      </p:sp>
      <p:sp>
        <p:nvSpPr>
          <p:cNvPr id="700" name="Google Shape;700;p19"/>
          <p:cNvSpPr txBox="1"/>
          <p:nvPr>
            <p:ph idx="14" type="body"/>
          </p:nvPr>
        </p:nvSpPr>
        <p:spPr>
          <a:xfrm>
            <a:off x="571500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متخصص شرعي بعد التسليم</a:t>
            </a:r>
            <a:endParaRPr/>
          </a:p>
        </p:txBody>
      </p:sp>
      <p:sp>
        <p:nvSpPr>
          <p:cNvPr id="701" name="Google Shape;701;p19"/>
          <p:cNvSpPr/>
          <p:nvPr>
            <p:ph idx="15" type="pic"/>
          </p:nvPr>
        </p:nvSpPr>
        <p:spPr>
          <a:xfrm>
            <a:off x="2190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702" name="Google Shape;702;p19"/>
          <p:cNvSpPr txBox="1"/>
          <p:nvPr>
            <p:ph idx="16" type="body"/>
          </p:nvPr>
        </p:nvSpPr>
        <p:spPr>
          <a:xfrm>
            <a:off x="171450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Abdelrahman Alaa Mohamed</a:t>
            </a:r>
            <a:endParaRPr/>
          </a:p>
        </p:txBody>
      </p:sp>
      <p:sp>
        <p:nvSpPr>
          <p:cNvPr id="703" name="Google Shape;703;p19"/>
          <p:cNvSpPr txBox="1"/>
          <p:nvPr>
            <p:ph idx="17" type="body"/>
          </p:nvPr>
        </p:nvSpPr>
        <p:spPr>
          <a:xfrm>
            <a:off x="171450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تجربة المستخدم والاختبار</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3" name="Shape 913"/>
        <p:cNvGrpSpPr/>
        <p:nvPr/>
      </p:nvGrpSpPr>
      <p:grpSpPr>
        <a:xfrm>
          <a:off x="0" y="0"/>
          <a:ext cx="0" cy="0"/>
          <a:chOff x="0" y="0"/>
          <a:chExt cx="0" cy="0"/>
        </a:xfrm>
      </p:grpSpPr>
      <p:pic>
        <p:nvPicPr>
          <p:cNvPr id="914" name="Google Shape;914;p31"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915" name="Google Shape;915;p31"/>
          <p:cNvSpPr txBox="1"/>
          <p:nvPr>
            <p:ph idx="1" type="body"/>
          </p:nvPr>
        </p:nvSpPr>
        <p:spPr>
          <a:xfrm>
            <a:off x="3810000" y="5676900"/>
            <a:ext cx="106680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0" lang="ar-SA" sz="2700">
                <a:solidFill>
                  <a:srgbClr val="F2F4FF"/>
                </a:solidFill>
                <a:latin typeface="Readex Pro"/>
                <a:ea typeface="Readex Pro"/>
                <a:cs typeface="Readex Pro"/>
                <a:sym typeface="Readex Pro"/>
              </a:rPr>
              <a:t>شجرة الأسانيد الذكية · الرابط الحي: smart-hadith.idealisticsolutions.com</a:t>
            </a:r>
            <a:endParaRPr/>
          </a:p>
        </p:txBody>
      </p:sp>
      <p:sp>
        <p:nvSpPr>
          <p:cNvPr id="916" name="Google Shape;916;p31"/>
          <p:cNvSpPr txBox="1"/>
          <p:nvPr>
            <p:ph idx="2" type="body"/>
          </p:nvPr>
        </p:nvSpPr>
        <p:spPr>
          <a:xfrm>
            <a:off x="3810000" y="6653200"/>
            <a:ext cx="10668000" cy="6669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github.com/Abdelrahman984/smart-hadith-tree-web-public</a:t>
            </a:r>
            <a:endParaRPr/>
          </a:p>
        </p:txBody>
      </p:sp>
      <p:sp>
        <p:nvSpPr>
          <p:cNvPr id="917" name="Google Shape;917;p31"/>
          <p:cNvSpPr txBox="1"/>
          <p:nvPr>
            <p:ph type="title"/>
          </p:nvPr>
        </p:nvSpPr>
        <p:spPr>
          <a:xfrm>
            <a:off x="3810000" y="3819525"/>
            <a:ext cx="10668000" cy="14289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200"/>
              <a:buNone/>
            </a:pPr>
            <a:r>
              <a:rPr b="1" lang="ar-SA" sz="7200">
                <a:solidFill>
                  <a:srgbClr val="2EF2C2"/>
                </a:solidFill>
                <a:latin typeface="Readex Pro"/>
                <a:ea typeface="Readex Pro"/>
                <a:cs typeface="Readex Pro"/>
                <a:sym typeface="Readex Pro"/>
              </a:rPr>
              <a:t>شكراً لكم</a:t>
            </a:r>
            <a:endParaRPr/>
          </a:p>
        </p:txBody>
      </p:sp>
      <p:pic>
        <p:nvPicPr>
          <p:cNvPr id="918" name="Google Shape;918;p31" title="شعار الهاكثون لايت.png"/>
          <p:cNvPicPr preferRelativeResize="0"/>
          <p:nvPr/>
        </p:nvPicPr>
        <p:blipFill>
          <a:blip r:embed="rId4">
            <a:alphaModFix/>
          </a:blip>
          <a:stretch>
            <a:fillRect/>
          </a:stretch>
        </p:blipFill>
        <p:spPr>
          <a:xfrm>
            <a:off x="3158450" y="1277075"/>
            <a:ext cx="6546002" cy="1678025"/>
          </a:xfrm>
          <a:prstGeom prst="rect">
            <a:avLst/>
          </a:prstGeom>
          <a:noFill/>
          <a:ln>
            <a:noFill/>
          </a:ln>
        </p:spPr>
      </p:pic>
      <p:pic>
        <p:nvPicPr>
          <p:cNvPr id="919" name="Google Shape;919;p31"/>
          <p:cNvPicPr preferRelativeResize="0"/>
          <p:nvPr/>
        </p:nvPicPr>
        <p:blipFill rotWithShape="1">
          <a:blip r:embed="rId5">
            <a:alphaModFix/>
          </a:blip>
          <a:srcRect b="0" l="0" r="0" t="0"/>
          <a:stretch/>
        </p:blipFill>
        <p:spPr>
          <a:xfrm>
            <a:off x="13237879" y="1460433"/>
            <a:ext cx="1891696" cy="1195990"/>
          </a:xfrm>
          <a:prstGeom prst="rect">
            <a:avLst/>
          </a:prstGeom>
          <a:noFill/>
          <a:ln>
            <a:noFill/>
          </a:ln>
        </p:spPr>
      </p:pic>
      <p:pic>
        <p:nvPicPr>
          <p:cNvPr id="920" name="Google Shape;920;p31" title="شعار عام الذكاء الاصطناعي.png"/>
          <p:cNvPicPr preferRelativeResize="0"/>
          <p:nvPr/>
        </p:nvPicPr>
        <p:blipFill>
          <a:blip r:embed="rId6">
            <a:alphaModFix/>
          </a:blip>
          <a:stretch>
            <a:fillRect/>
          </a:stretch>
        </p:blipFill>
        <p:spPr>
          <a:xfrm>
            <a:off x="10056994" y="1261812"/>
            <a:ext cx="2908672" cy="1708549"/>
          </a:xfrm>
          <a:prstGeom prst="rect">
            <a:avLst/>
          </a:prstGeom>
          <a:noFill/>
          <a:ln>
            <a:noFill/>
          </a:ln>
        </p:spPr>
      </p:pic>
      <p:pic>
        <p:nvPicPr>
          <p:cNvPr id="921" name="Google Shape;921;p31" title="شعار سدايا.png"/>
          <p:cNvPicPr preferRelativeResize="0"/>
          <p:nvPr/>
        </p:nvPicPr>
        <p:blipFill>
          <a:blip r:embed="rId7">
            <a:alphaModFix/>
          </a:blip>
          <a:stretch>
            <a:fillRect/>
          </a:stretch>
        </p:blipFill>
        <p:spPr>
          <a:xfrm>
            <a:off x="7750489" y="7716733"/>
            <a:ext cx="2292680" cy="1346725"/>
          </a:xfrm>
          <a:prstGeom prst="rect">
            <a:avLst/>
          </a:prstGeom>
          <a:noFill/>
          <a:ln>
            <a:noFill/>
          </a:ln>
        </p:spPr>
      </p:pic>
      <p:pic>
        <p:nvPicPr>
          <p:cNvPr id="922" name="Google Shape;922;p31" title="شعار فيوتشر.png"/>
          <p:cNvPicPr preferRelativeResize="0"/>
          <p:nvPr/>
        </p:nvPicPr>
        <p:blipFill>
          <a:blip r:embed="rId8">
            <a:alphaModFix/>
          </a:blip>
          <a:stretch>
            <a:fillRect/>
          </a:stretch>
        </p:blipFill>
        <p:spPr>
          <a:xfrm>
            <a:off x="3179331" y="7929122"/>
            <a:ext cx="1570852" cy="921955"/>
          </a:xfrm>
          <a:prstGeom prst="rect">
            <a:avLst/>
          </a:prstGeom>
          <a:noFill/>
          <a:ln>
            <a:noFill/>
          </a:ln>
        </p:spPr>
      </p:pic>
      <p:pic>
        <p:nvPicPr>
          <p:cNvPr id="923" name="Google Shape;923;p31" title="شعار التحول.png"/>
          <p:cNvPicPr preferRelativeResize="0"/>
          <p:nvPr/>
        </p:nvPicPr>
        <p:blipFill>
          <a:blip r:embed="rId9">
            <a:alphaModFix/>
          </a:blip>
          <a:stretch>
            <a:fillRect/>
          </a:stretch>
        </p:blipFill>
        <p:spPr>
          <a:xfrm>
            <a:off x="5373933" y="7875719"/>
            <a:ext cx="1752806" cy="1028753"/>
          </a:xfrm>
          <a:prstGeom prst="rect">
            <a:avLst/>
          </a:prstGeom>
          <a:noFill/>
          <a:ln>
            <a:noFill/>
          </a:ln>
        </p:spPr>
      </p:pic>
      <p:sp>
        <p:nvSpPr>
          <p:cNvPr id="924" name="Google Shape;924;p31"/>
          <p:cNvSpPr txBox="1"/>
          <p:nvPr/>
        </p:nvSpPr>
        <p:spPr>
          <a:xfrm>
            <a:off x="14046675" y="8254733"/>
            <a:ext cx="1062000" cy="295800"/>
          </a:xfrm>
          <a:prstGeom prst="rect">
            <a:avLst/>
          </a:prstGeom>
          <a:noFill/>
          <a:ln>
            <a:noFill/>
          </a:ln>
        </p:spPr>
        <p:txBody>
          <a:bodyPr anchorCtr="0" anchor="t" bIns="0" lIns="0" spcFirstLastPara="1" rIns="0" wrap="square" tIns="0">
            <a:noAutofit/>
          </a:bodyPr>
          <a:lstStyle/>
          <a:p>
            <a:pPr indent="0" lvl="0" marL="0" rtl="1" algn="r">
              <a:spcBef>
                <a:spcPts val="0"/>
              </a:spcBef>
              <a:spcAft>
                <a:spcPts val="0"/>
              </a:spcAft>
              <a:buNone/>
            </a:pPr>
            <a:r>
              <a:rPr lang="ar-SA" sz="1800">
                <a:solidFill>
                  <a:srgbClr val="2EF2C2"/>
                </a:solidFill>
                <a:latin typeface="Readex Pro"/>
                <a:ea typeface="Readex Pro"/>
                <a:cs typeface="Readex Pro"/>
                <a:sym typeface="Readex Pro"/>
              </a:rPr>
              <a:t>شركاؤنا</a:t>
            </a:r>
            <a:r>
              <a:rPr lang="ar-SA">
                <a:solidFill>
                  <a:srgbClr val="2EF2C2"/>
                </a:solidFill>
                <a:latin typeface="Readex Pro"/>
                <a:ea typeface="Readex Pro"/>
                <a:cs typeface="Readex Pro"/>
                <a:sym typeface="Readex Pro"/>
              </a:rPr>
              <a:t>:</a:t>
            </a:r>
            <a:endParaRPr sz="1800">
              <a:solidFill>
                <a:srgbClr val="2EF2C2"/>
              </a:solidFill>
              <a:latin typeface="Readex Pro"/>
              <a:ea typeface="Readex Pro"/>
              <a:cs typeface="Readex Pro"/>
              <a:sym typeface="Readex Pro"/>
            </a:endParaRPr>
          </a:p>
        </p:txBody>
      </p:sp>
      <p:cxnSp>
        <p:nvCxnSpPr>
          <p:cNvPr id="925" name="Google Shape;925;p31"/>
          <p:cNvCxnSpPr/>
          <p:nvPr/>
        </p:nvCxnSpPr>
        <p:spPr>
          <a:xfrm>
            <a:off x="7456246" y="8142400"/>
            <a:ext cx="0" cy="453600"/>
          </a:xfrm>
          <a:prstGeom prst="straightConnector1">
            <a:avLst/>
          </a:prstGeom>
          <a:noFill/>
          <a:ln cap="flat" cmpd="sng" w="9525">
            <a:solidFill>
              <a:srgbClr val="2EF2C2"/>
            </a:solidFill>
            <a:prstDash val="solid"/>
            <a:round/>
            <a:headEnd len="med" w="med" type="none"/>
            <a:tailEnd len="med" w="med" type="none"/>
          </a:ln>
        </p:spPr>
      </p:cxnSp>
      <p:cxnSp>
        <p:nvCxnSpPr>
          <p:cNvPr id="926" name="Google Shape;926;p31"/>
          <p:cNvCxnSpPr/>
          <p:nvPr/>
        </p:nvCxnSpPr>
        <p:spPr>
          <a:xfrm>
            <a:off x="5075007" y="8142400"/>
            <a:ext cx="0" cy="453600"/>
          </a:xfrm>
          <a:prstGeom prst="straightConnector1">
            <a:avLst/>
          </a:prstGeom>
          <a:noFill/>
          <a:ln cap="flat" cmpd="sng" w="9525">
            <a:solidFill>
              <a:srgbClr val="2EF2C2"/>
            </a:solidFill>
            <a:prstDash val="solid"/>
            <a:round/>
            <a:headEnd len="med" w="med" type="none"/>
            <a:tailEnd len="med" w="med" type="none"/>
          </a:ln>
        </p:spPr>
      </p:cxnSp>
      <p:pic>
        <p:nvPicPr>
          <p:cNvPr id="927" name="Google Shape;927;p31" title="شعار وزارة الاتصالات.png"/>
          <p:cNvPicPr preferRelativeResize="0"/>
          <p:nvPr/>
        </p:nvPicPr>
        <p:blipFill>
          <a:blip r:embed="rId10">
            <a:alphaModFix/>
          </a:blip>
          <a:stretch>
            <a:fillRect/>
          </a:stretch>
        </p:blipFill>
        <p:spPr>
          <a:xfrm>
            <a:off x="10602750" y="7979050"/>
            <a:ext cx="3035650" cy="847150"/>
          </a:xfrm>
          <a:prstGeom prst="rect">
            <a:avLst/>
          </a:prstGeom>
          <a:noFill/>
          <a:ln>
            <a:noFill/>
          </a:ln>
        </p:spPr>
      </p:pic>
      <p:cxnSp>
        <p:nvCxnSpPr>
          <p:cNvPr id="928" name="Google Shape;928;p31"/>
          <p:cNvCxnSpPr/>
          <p:nvPr/>
        </p:nvCxnSpPr>
        <p:spPr>
          <a:xfrm>
            <a:off x="10366904" y="8142400"/>
            <a:ext cx="0" cy="453600"/>
          </a:xfrm>
          <a:prstGeom prst="straightConnector1">
            <a:avLst/>
          </a:prstGeom>
          <a:noFill/>
          <a:ln cap="flat" cmpd="sng" w="9525">
            <a:solidFill>
              <a:srgbClr val="2EF2C2"/>
            </a:solidFill>
            <a:prstDash val="solid"/>
            <a:round/>
            <a:headEnd len="med" w="med" type="none"/>
            <a:tailEnd len="med" w="med" type="none"/>
          </a:ln>
        </p:spPr>
      </p:cxn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